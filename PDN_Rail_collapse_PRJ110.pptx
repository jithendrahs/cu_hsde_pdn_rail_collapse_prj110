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08DF8-13AC-49A0-94CE-1AF0A56EC4D5}" v="31" dt="2025-04-08T02:08:25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hendra HS" userId="fbed575dba93ca78" providerId="LiveId" clId="{4E608DF8-13AC-49A0-94CE-1AF0A56EC4D5}"/>
    <pc:docChg chg="undo custSel addSld delSld modSld">
      <pc:chgData name="Jithendra HS" userId="fbed575dba93ca78" providerId="LiveId" clId="{4E608DF8-13AC-49A0-94CE-1AF0A56EC4D5}" dt="2025-04-08T02:10:01.258" v="1267" actId="1076"/>
      <pc:docMkLst>
        <pc:docMk/>
      </pc:docMkLst>
      <pc:sldChg chg="addSp delSp modSp mod">
        <pc:chgData name="Jithendra HS" userId="fbed575dba93ca78" providerId="LiveId" clId="{4E608DF8-13AC-49A0-94CE-1AF0A56EC4D5}" dt="2025-04-07T17:48:58.603" v="336" actId="14100"/>
        <pc:sldMkLst>
          <pc:docMk/>
          <pc:sldMk cId="4121707348" sldId="256"/>
        </pc:sldMkLst>
        <pc:spChg chg="mod">
          <ac:chgData name="Jithendra HS" userId="fbed575dba93ca78" providerId="LiveId" clId="{4E608DF8-13AC-49A0-94CE-1AF0A56EC4D5}" dt="2025-04-07T17:47:45.658" v="330" actId="20577"/>
          <ac:spMkLst>
            <pc:docMk/>
            <pc:sldMk cId="4121707348" sldId="256"/>
            <ac:spMk id="2" creationId="{D363D76F-7C58-8E81-D129-08AC3F059545}"/>
          </ac:spMkLst>
        </pc:spChg>
        <pc:picChg chg="add mod">
          <ac:chgData name="Jithendra HS" userId="fbed575dba93ca78" providerId="LiveId" clId="{4E608DF8-13AC-49A0-94CE-1AF0A56EC4D5}" dt="2025-04-07T17:47:01.042" v="296" actId="1076"/>
          <ac:picMkLst>
            <pc:docMk/>
            <pc:sldMk cId="4121707348" sldId="256"/>
            <ac:picMk id="4" creationId="{1782DD94-8753-1FDF-EBE4-731C210B195F}"/>
          </ac:picMkLst>
        </pc:picChg>
        <pc:picChg chg="add mod">
          <ac:chgData name="Jithendra HS" userId="fbed575dba93ca78" providerId="LiveId" clId="{4E608DF8-13AC-49A0-94CE-1AF0A56EC4D5}" dt="2025-04-07T17:48:58.603" v="336" actId="14100"/>
          <ac:picMkLst>
            <pc:docMk/>
            <pc:sldMk cId="4121707348" sldId="256"/>
            <ac:picMk id="6" creationId="{AE3C21F3-15CF-047B-AA1D-F2713252D89C}"/>
          </ac:picMkLst>
        </pc:picChg>
      </pc:sldChg>
      <pc:sldChg chg="addSp delSp modSp mod setBg">
        <pc:chgData name="Jithendra HS" userId="fbed575dba93ca78" providerId="LiveId" clId="{4E608DF8-13AC-49A0-94CE-1AF0A56EC4D5}" dt="2025-04-08T01:16:52.630" v="811" actId="20577"/>
        <pc:sldMkLst>
          <pc:docMk/>
          <pc:sldMk cId="1359456249" sldId="257"/>
        </pc:sldMkLst>
        <pc:spChg chg="mod">
          <ac:chgData name="Jithendra HS" userId="fbed575dba93ca78" providerId="LiveId" clId="{4E608DF8-13AC-49A0-94CE-1AF0A56EC4D5}" dt="2025-04-05T15:59:47.136" v="21" actId="26606"/>
          <ac:spMkLst>
            <pc:docMk/>
            <pc:sldMk cId="1359456249" sldId="257"/>
            <ac:spMk id="2" creationId="{A41CCD5D-0319-5B17-BC3E-44401C284074}"/>
          </ac:spMkLst>
        </pc:spChg>
        <pc:spChg chg="add">
          <ac:chgData name="Jithendra HS" userId="fbed575dba93ca78" providerId="LiveId" clId="{4E608DF8-13AC-49A0-94CE-1AF0A56EC4D5}" dt="2025-04-05T15:59:47.136" v="21" actId="26606"/>
          <ac:spMkLst>
            <pc:docMk/>
            <pc:sldMk cId="1359456249" sldId="257"/>
            <ac:spMk id="8" creationId="{E978A47D-4F17-40FE-AB70-7AF78A9575EB}"/>
          </ac:spMkLst>
        </pc:spChg>
        <pc:spChg chg="add mod">
          <ac:chgData name="Jithendra HS" userId="fbed575dba93ca78" providerId="LiveId" clId="{4E608DF8-13AC-49A0-94CE-1AF0A56EC4D5}" dt="2025-04-08T01:16:52.630" v="811" actId="20577"/>
          <ac:spMkLst>
            <pc:docMk/>
            <pc:sldMk cId="1359456249" sldId="257"/>
            <ac:spMk id="38" creationId="{F2FBD236-FC14-4988-DE58-11AF6D6E6404}"/>
          </ac:spMkLst>
        </pc:spChg>
        <pc:grpChg chg="add">
          <ac:chgData name="Jithendra HS" userId="fbed575dba93ca78" providerId="LiveId" clId="{4E608DF8-13AC-49A0-94CE-1AF0A56EC4D5}" dt="2025-04-05T15:59:47.136" v="21" actId="26606"/>
          <ac:grpSpMkLst>
            <pc:docMk/>
            <pc:sldMk cId="1359456249" sldId="257"/>
            <ac:grpSpMk id="10" creationId="{85BE3A7E-6A3F-401E-A025-BBB8FDB8DD30}"/>
          </ac:grpSpMkLst>
        </pc:grpChg>
        <pc:grpChg chg="add">
          <ac:chgData name="Jithendra HS" userId="fbed575dba93ca78" providerId="LiveId" clId="{4E608DF8-13AC-49A0-94CE-1AF0A56EC4D5}" dt="2025-04-05T15:59:47.136" v="21" actId="26606"/>
          <ac:grpSpMkLst>
            <pc:docMk/>
            <pc:sldMk cId="1359456249" sldId="257"/>
            <ac:grpSpMk id="41" creationId="{F4E035BE-9FF4-43D3-BC25-CF582D7FF85E}"/>
          </ac:grpSpMkLst>
        </pc:grpChg>
        <pc:cxnChg chg="add">
          <ac:chgData name="Jithendra HS" userId="fbed575dba93ca78" providerId="LiveId" clId="{4E608DF8-13AC-49A0-94CE-1AF0A56EC4D5}" dt="2025-04-05T15:59:47.136" v="21" actId="26606"/>
          <ac:cxnSpMkLst>
            <pc:docMk/>
            <pc:sldMk cId="1359456249" sldId="257"/>
            <ac:cxnSpMk id="39" creationId="{085ECEC0-FF5D-4348-92C7-1EA7C61E770C}"/>
          </ac:cxnSpMkLst>
        </pc:cxnChg>
      </pc:sldChg>
      <pc:sldChg chg="addSp delSp modSp new del mod">
        <pc:chgData name="Jithendra HS" userId="fbed575dba93ca78" providerId="LiveId" clId="{4E608DF8-13AC-49A0-94CE-1AF0A56EC4D5}" dt="2025-04-05T16:46:30.515" v="289" actId="2696"/>
        <pc:sldMkLst>
          <pc:docMk/>
          <pc:sldMk cId="2123244078" sldId="258"/>
        </pc:sldMkLst>
      </pc:sldChg>
      <pc:sldChg chg="delSp modSp new del mod">
        <pc:chgData name="Jithendra HS" userId="fbed575dba93ca78" providerId="LiveId" clId="{4E608DF8-13AC-49A0-94CE-1AF0A56EC4D5}" dt="2025-04-05T16:46:32.203" v="290" actId="2696"/>
        <pc:sldMkLst>
          <pc:docMk/>
          <pc:sldMk cId="1329014244" sldId="259"/>
        </pc:sldMkLst>
      </pc:sldChg>
      <pc:sldChg chg="addSp delSp modSp add mod">
        <pc:chgData name="Jithendra HS" userId="fbed575dba93ca78" providerId="LiveId" clId="{4E608DF8-13AC-49A0-94CE-1AF0A56EC4D5}" dt="2025-04-07T18:07:35.500" v="396" actId="14100"/>
        <pc:sldMkLst>
          <pc:docMk/>
          <pc:sldMk cId="2123244078" sldId="259"/>
        </pc:sldMkLst>
        <pc:spChg chg="ord">
          <ac:chgData name="Jithendra HS" userId="fbed575dba93ca78" providerId="LiveId" clId="{4E608DF8-13AC-49A0-94CE-1AF0A56EC4D5}" dt="2025-04-07T18:05:44.540" v="374" actId="166"/>
          <ac:spMkLst>
            <pc:docMk/>
            <pc:sldMk cId="2123244078" sldId="259"/>
            <ac:spMk id="6" creationId="{E7954356-990B-5D25-9229-822A043CD667}"/>
          </ac:spMkLst>
        </pc:spChg>
        <pc:spChg chg="mod ord">
          <ac:chgData name="Jithendra HS" userId="fbed575dba93ca78" providerId="LiveId" clId="{4E608DF8-13AC-49A0-94CE-1AF0A56EC4D5}" dt="2025-04-07T18:07:17.626" v="393" actId="1076"/>
          <ac:spMkLst>
            <pc:docMk/>
            <pc:sldMk cId="2123244078" sldId="259"/>
            <ac:spMk id="7" creationId="{11CCA86E-2592-203C-E7DB-A1C1E5597D90}"/>
          </ac:spMkLst>
        </pc:spChg>
        <pc:spChg chg="mod ord">
          <ac:chgData name="Jithendra HS" userId="fbed575dba93ca78" providerId="LiveId" clId="{4E608DF8-13AC-49A0-94CE-1AF0A56EC4D5}" dt="2025-04-07T18:07:35.500" v="396" actId="14100"/>
          <ac:spMkLst>
            <pc:docMk/>
            <pc:sldMk cId="2123244078" sldId="259"/>
            <ac:spMk id="12" creationId="{4E724B85-8B48-A14F-8AFE-70FBAF85A8DD}"/>
          </ac:spMkLst>
        </pc:spChg>
        <pc:spChg chg="mod ord">
          <ac:chgData name="Jithendra HS" userId="fbed575dba93ca78" providerId="LiveId" clId="{4E608DF8-13AC-49A0-94CE-1AF0A56EC4D5}" dt="2025-04-07T18:07:09.541" v="390" actId="1076"/>
          <ac:spMkLst>
            <pc:docMk/>
            <pc:sldMk cId="2123244078" sldId="259"/>
            <ac:spMk id="13" creationId="{6195EE7A-BE0B-3619-470F-2DF8EDDFDDAA}"/>
          </ac:spMkLst>
        </pc:spChg>
        <pc:picChg chg="add mod">
          <ac:chgData name="Jithendra HS" userId="fbed575dba93ca78" providerId="LiveId" clId="{4E608DF8-13AC-49A0-94CE-1AF0A56EC4D5}" dt="2025-04-07T18:07:15.221" v="392" actId="1076"/>
          <ac:picMkLst>
            <pc:docMk/>
            <pc:sldMk cId="2123244078" sldId="259"/>
            <ac:picMk id="4" creationId="{4D95A3D9-3F0C-871D-CA25-1B54E3A2371C}"/>
          </ac:picMkLst>
        </pc:picChg>
        <pc:picChg chg="add mod">
          <ac:chgData name="Jithendra HS" userId="fbed575dba93ca78" providerId="LiveId" clId="{4E608DF8-13AC-49A0-94CE-1AF0A56EC4D5}" dt="2025-04-07T18:07:12.644" v="391" actId="14100"/>
          <ac:picMkLst>
            <pc:docMk/>
            <pc:sldMk cId="2123244078" sldId="259"/>
            <ac:picMk id="8" creationId="{8232E9E0-AAFF-95AE-7CF6-C9F9A7F10759}"/>
          </ac:picMkLst>
        </pc:picChg>
        <pc:picChg chg="del">
          <ac:chgData name="Jithendra HS" userId="fbed575dba93ca78" providerId="LiveId" clId="{4E608DF8-13AC-49A0-94CE-1AF0A56EC4D5}" dt="2025-04-07T18:05:32.365" v="371" actId="478"/>
          <ac:picMkLst>
            <pc:docMk/>
            <pc:sldMk cId="2123244078" sldId="259"/>
            <ac:picMk id="10" creationId="{4036D466-E6D8-B0FD-8425-BC979B10E4CB}"/>
          </ac:picMkLst>
        </pc:picChg>
        <pc:picChg chg="del">
          <ac:chgData name="Jithendra HS" userId="fbed575dba93ca78" providerId="LiveId" clId="{4E608DF8-13AC-49A0-94CE-1AF0A56EC4D5}" dt="2025-04-07T18:06:38.707" v="381" actId="478"/>
          <ac:picMkLst>
            <pc:docMk/>
            <pc:sldMk cId="2123244078" sldId="259"/>
            <ac:picMk id="11" creationId="{D7BA43EF-0DF9-052D-E36A-3FC86B6FB3B8}"/>
          </ac:picMkLst>
        </pc:picChg>
      </pc:sldChg>
      <pc:sldChg chg="addSp delSp modSp new add del mod">
        <pc:chgData name="Jithendra HS" userId="fbed575dba93ca78" providerId="LiveId" clId="{4E608DF8-13AC-49A0-94CE-1AF0A56EC4D5}" dt="2025-04-07T23:56:43.236" v="447" actId="1076"/>
        <pc:sldMkLst>
          <pc:docMk/>
          <pc:sldMk cId="3258363807" sldId="260"/>
        </pc:sldMkLst>
        <pc:spChg chg="ord">
          <ac:chgData name="Jithendra HS" userId="fbed575dba93ca78" providerId="LiveId" clId="{4E608DF8-13AC-49A0-94CE-1AF0A56EC4D5}" dt="2025-04-07T23:55:21.438" v="435" actId="166"/>
          <ac:spMkLst>
            <pc:docMk/>
            <pc:sldMk cId="3258363807" sldId="260"/>
            <ac:spMk id="7" creationId="{7993E5E5-2ADE-70D1-42A2-DC360E902028}"/>
          </ac:spMkLst>
        </pc:spChg>
        <pc:spChg chg="mod ord">
          <ac:chgData name="Jithendra HS" userId="fbed575dba93ca78" providerId="LiveId" clId="{4E608DF8-13AC-49A0-94CE-1AF0A56EC4D5}" dt="2025-04-07T23:56:43.236" v="447" actId="1076"/>
          <ac:spMkLst>
            <pc:docMk/>
            <pc:sldMk cId="3258363807" sldId="260"/>
            <ac:spMk id="8" creationId="{90B343CC-6E78-892C-CD5A-32B0C1C2DFC9}"/>
          </ac:spMkLst>
        </pc:spChg>
        <pc:spChg chg="ord">
          <ac:chgData name="Jithendra HS" userId="fbed575dba93ca78" providerId="LiveId" clId="{4E608DF8-13AC-49A0-94CE-1AF0A56EC4D5}" dt="2025-04-07T23:55:30.049" v="437" actId="166"/>
          <ac:spMkLst>
            <pc:docMk/>
            <pc:sldMk cId="3258363807" sldId="260"/>
            <ac:spMk id="9" creationId="{DBAF5B86-EAD4-F6CA-A35D-AE43A82A3B6F}"/>
          </ac:spMkLst>
        </pc:spChg>
        <pc:spChg chg="ord">
          <ac:chgData name="Jithendra HS" userId="fbed575dba93ca78" providerId="LiveId" clId="{4E608DF8-13AC-49A0-94CE-1AF0A56EC4D5}" dt="2025-04-07T23:55:33.913" v="438" actId="166"/>
          <ac:spMkLst>
            <pc:docMk/>
            <pc:sldMk cId="3258363807" sldId="260"/>
            <ac:spMk id="10" creationId="{06257ED1-F95A-9D7D-5113-659546376AD5}"/>
          </ac:spMkLst>
        </pc:spChg>
        <pc:spChg chg="mod ord">
          <ac:chgData name="Jithendra HS" userId="fbed575dba93ca78" providerId="LiveId" clId="{4E608DF8-13AC-49A0-94CE-1AF0A56EC4D5}" dt="2025-04-07T23:55:57.385" v="443" actId="1076"/>
          <ac:spMkLst>
            <pc:docMk/>
            <pc:sldMk cId="3258363807" sldId="260"/>
            <ac:spMk id="11" creationId="{6B5BB0DB-9BA4-15C0-22FA-0422EC1BF45E}"/>
          </ac:spMkLst>
        </pc:spChg>
        <pc:spChg chg="mod ord">
          <ac:chgData name="Jithendra HS" userId="fbed575dba93ca78" providerId="LiveId" clId="{4E608DF8-13AC-49A0-94CE-1AF0A56EC4D5}" dt="2025-04-07T23:56:25.876" v="446" actId="1076"/>
          <ac:spMkLst>
            <pc:docMk/>
            <pc:sldMk cId="3258363807" sldId="260"/>
            <ac:spMk id="12" creationId="{86096198-EEA1-600C-EAA8-AFE9CE7BF94B}"/>
          </ac:spMkLst>
        </pc:spChg>
        <pc:picChg chg="del">
          <ac:chgData name="Jithendra HS" userId="fbed575dba93ca78" providerId="LiveId" clId="{4E608DF8-13AC-49A0-94CE-1AF0A56EC4D5}" dt="2025-04-07T23:54:23.969" v="428" actId="478"/>
          <ac:picMkLst>
            <pc:docMk/>
            <pc:sldMk cId="3258363807" sldId="260"/>
            <ac:picMk id="4" creationId="{ED150BC0-935B-D211-A0B0-7FD815FDBAA2}"/>
          </ac:picMkLst>
        </pc:picChg>
        <pc:picChg chg="add del mod">
          <ac:chgData name="Jithendra HS" userId="fbed575dba93ca78" providerId="LiveId" clId="{4E608DF8-13AC-49A0-94CE-1AF0A56EC4D5}" dt="2025-04-07T23:54:38.766" v="432" actId="478"/>
          <ac:picMkLst>
            <pc:docMk/>
            <pc:sldMk cId="3258363807" sldId="260"/>
            <ac:picMk id="5" creationId="{EAEF005C-B64D-662C-9850-0DDFA6AAD938}"/>
          </ac:picMkLst>
        </pc:picChg>
        <pc:picChg chg="add mod">
          <ac:chgData name="Jithendra HS" userId="fbed575dba93ca78" providerId="LiveId" clId="{4E608DF8-13AC-49A0-94CE-1AF0A56EC4D5}" dt="2025-04-07T23:56:15.914" v="445" actId="1076"/>
          <ac:picMkLst>
            <pc:docMk/>
            <pc:sldMk cId="3258363807" sldId="260"/>
            <ac:picMk id="13" creationId="{C788022C-9641-BF87-6934-136EFCF731C8}"/>
          </ac:picMkLst>
        </pc:picChg>
      </pc:sldChg>
      <pc:sldChg chg="addSp delSp modSp add mod">
        <pc:chgData name="Jithendra HS" userId="fbed575dba93ca78" providerId="LiveId" clId="{4E608DF8-13AC-49A0-94CE-1AF0A56EC4D5}" dt="2025-04-07T18:11:08.283" v="426" actId="1076"/>
        <pc:sldMkLst>
          <pc:docMk/>
          <pc:sldMk cId="1738256800" sldId="261"/>
        </pc:sldMkLst>
        <pc:spChg chg="mod ord">
          <ac:chgData name="Jithendra HS" userId="fbed575dba93ca78" providerId="LiveId" clId="{4E608DF8-13AC-49A0-94CE-1AF0A56EC4D5}" dt="2025-04-07T18:08:53.900" v="410" actId="1076"/>
          <ac:spMkLst>
            <pc:docMk/>
            <pc:sldMk cId="1738256800" sldId="261"/>
            <ac:spMk id="10" creationId="{40379552-1E6B-64A6-CECB-8AE42B86CBC4}"/>
          </ac:spMkLst>
        </pc:spChg>
        <pc:spChg chg="mod ord">
          <ac:chgData name="Jithendra HS" userId="fbed575dba93ca78" providerId="LiveId" clId="{4E608DF8-13AC-49A0-94CE-1AF0A56EC4D5}" dt="2025-04-07T18:11:08.283" v="426" actId="1076"/>
          <ac:spMkLst>
            <pc:docMk/>
            <pc:sldMk cId="1738256800" sldId="261"/>
            <ac:spMk id="11" creationId="{20108D12-1869-AEC9-85C0-3547D4F9F35F}"/>
          </ac:spMkLst>
        </pc:spChg>
        <pc:picChg chg="add mod">
          <ac:chgData name="Jithendra HS" userId="fbed575dba93ca78" providerId="LiveId" clId="{4E608DF8-13AC-49A0-94CE-1AF0A56EC4D5}" dt="2025-04-07T18:08:47.835" v="409" actId="1076"/>
          <ac:picMkLst>
            <pc:docMk/>
            <pc:sldMk cId="1738256800" sldId="261"/>
            <ac:picMk id="4" creationId="{5FB1A7D7-BEB1-9CD3-6A94-053D6031BAE7}"/>
          </ac:picMkLst>
        </pc:picChg>
        <pc:picChg chg="add del mod">
          <ac:chgData name="Jithendra HS" userId="fbed575dba93ca78" providerId="LiveId" clId="{4E608DF8-13AC-49A0-94CE-1AF0A56EC4D5}" dt="2025-04-07T18:10:24.030" v="419" actId="478"/>
          <ac:picMkLst>
            <pc:docMk/>
            <pc:sldMk cId="1738256800" sldId="261"/>
            <ac:picMk id="6" creationId="{29C99C8E-8248-51E5-DC0D-67487B77F58F}"/>
          </ac:picMkLst>
        </pc:picChg>
        <pc:picChg chg="del">
          <ac:chgData name="Jithendra HS" userId="fbed575dba93ca78" providerId="LiveId" clId="{4E608DF8-13AC-49A0-94CE-1AF0A56EC4D5}" dt="2025-04-07T18:07:58.586" v="399" actId="478"/>
          <ac:picMkLst>
            <pc:docMk/>
            <pc:sldMk cId="1738256800" sldId="261"/>
            <ac:picMk id="7" creationId="{7BFB336C-2212-68A2-9FE9-93275EEB09F2}"/>
          </ac:picMkLst>
        </pc:picChg>
        <pc:picChg chg="del">
          <ac:chgData name="Jithendra HS" userId="fbed575dba93ca78" providerId="LiveId" clId="{4E608DF8-13AC-49A0-94CE-1AF0A56EC4D5}" dt="2025-04-07T18:07:57.637" v="398" actId="478"/>
          <ac:picMkLst>
            <pc:docMk/>
            <pc:sldMk cId="1738256800" sldId="261"/>
            <ac:picMk id="9" creationId="{E9D6FFB4-A08C-FB39-FD25-E00FBE49DC8F}"/>
          </ac:picMkLst>
        </pc:picChg>
        <pc:picChg chg="add mod">
          <ac:chgData name="Jithendra HS" userId="fbed575dba93ca78" providerId="LiveId" clId="{4E608DF8-13AC-49A0-94CE-1AF0A56EC4D5}" dt="2025-04-07T18:11:01.565" v="425" actId="1076"/>
          <ac:picMkLst>
            <pc:docMk/>
            <pc:sldMk cId="1738256800" sldId="261"/>
            <ac:picMk id="12" creationId="{7EB1D92D-0D72-E403-69CF-71B2EBB127D2}"/>
          </ac:picMkLst>
        </pc:picChg>
      </pc:sldChg>
      <pc:sldChg chg="addSp delSp modSp new mod">
        <pc:chgData name="Jithendra HS" userId="fbed575dba93ca78" providerId="LiveId" clId="{4E608DF8-13AC-49A0-94CE-1AF0A56EC4D5}" dt="2025-04-08T00:02:08.067" v="498" actId="1076"/>
        <pc:sldMkLst>
          <pc:docMk/>
          <pc:sldMk cId="1204655439" sldId="262"/>
        </pc:sldMkLst>
        <pc:spChg chg="mod">
          <ac:chgData name="Jithendra HS" userId="fbed575dba93ca78" providerId="LiveId" clId="{4E608DF8-13AC-49A0-94CE-1AF0A56EC4D5}" dt="2025-04-07T23:59:48.161" v="474" actId="20577"/>
          <ac:spMkLst>
            <pc:docMk/>
            <pc:sldMk cId="1204655439" sldId="262"/>
            <ac:spMk id="2" creationId="{52C6673A-31A0-1393-0949-A50C6EED1E98}"/>
          </ac:spMkLst>
        </pc:spChg>
        <pc:spChg chg="del">
          <ac:chgData name="Jithendra HS" userId="fbed575dba93ca78" providerId="LiveId" clId="{4E608DF8-13AC-49A0-94CE-1AF0A56EC4D5}" dt="2025-04-07T23:58:55.564" v="459" actId="478"/>
          <ac:spMkLst>
            <pc:docMk/>
            <pc:sldMk cId="1204655439" sldId="262"/>
            <ac:spMk id="3" creationId="{06613715-2EC1-8746-B634-A6A8E56EB12E}"/>
          </ac:spMkLst>
        </pc:spChg>
        <pc:spChg chg="add mod">
          <ac:chgData name="Jithendra HS" userId="fbed575dba93ca78" providerId="LiveId" clId="{4E608DF8-13AC-49A0-94CE-1AF0A56EC4D5}" dt="2025-04-08T00:01:08.809" v="486" actId="14100"/>
          <ac:spMkLst>
            <pc:docMk/>
            <pc:sldMk cId="1204655439" sldId="262"/>
            <ac:spMk id="8" creationId="{B6B7000F-53A1-4707-D7C6-2E36CB99E280}"/>
          </ac:spMkLst>
        </pc:spChg>
        <pc:spChg chg="add mod">
          <ac:chgData name="Jithendra HS" userId="fbed575dba93ca78" providerId="LiveId" clId="{4E608DF8-13AC-49A0-94CE-1AF0A56EC4D5}" dt="2025-04-08T00:01:18.282" v="489" actId="14100"/>
          <ac:spMkLst>
            <pc:docMk/>
            <pc:sldMk cId="1204655439" sldId="262"/>
            <ac:spMk id="9" creationId="{EE6D2515-9E93-CA34-4113-3E6B7CB68319}"/>
          </ac:spMkLst>
        </pc:spChg>
        <pc:spChg chg="add mod">
          <ac:chgData name="Jithendra HS" userId="fbed575dba93ca78" providerId="LiveId" clId="{4E608DF8-13AC-49A0-94CE-1AF0A56EC4D5}" dt="2025-04-08T00:01:29.078" v="491" actId="1076"/>
          <ac:spMkLst>
            <pc:docMk/>
            <pc:sldMk cId="1204655439" sldId="262"/>
            <ac:spMk id="10" creationId="{1CCC6230-BFCD-9254-5C03-A6CF9B939CBE}"/>
          </ac:spMkLst>
        </pc:spChg>
        <pc:spChg chg="add mod">
          <ac:chgData name="Jithendra HS" userId="fbed575dba93ca78" providerId="LiveId" clId="{4E608DF8-13AC-49A0-94CE-1AF0A56EC4D5}" dt="2025-04-08T00:01:47.435" v="494" actId="1076"/>
          <ac:spMkLst>
            <pc:docMk/>
            <pc:sldMk cId="1204655439" sldId="262"/>
            <ac:spMk id="11" creationId="{45852E5D-976E-518A-74D6-3D4C6DF5D328}"/>
          </ac:spMkLst>
        </pc:spChg>
        <pc:spChg chg="add mod">
          <ac:chgData name="Jithendra HS" userId="fbed575dba93ca78" providerId="LiveId" clId="{4E608DF8-13AC-49A0-94CE-1AF0A56EC4D5}" dt="2025-04-08T00:01:59.067" v="496" actId="1076"/>
          <ac:spMkLst>
            <pc:docMk/>
            <pc:sldMk cId="1204655439" sldId="262"/>
            <ac:spMk id="12" creationId="{7EDF94AB-5497-DA0C-E8D8-8A80F23EA5C3}"/>
          </ac:spMkLst>
        </pc:spChg>
        <pc:spChg chg="add mod">
          <ac:chgData name="Jithendra HS" userId="fbed575dba93ca78" providerId="LiveId" clId="{4E608DF8-13AC-49A0-94CE-1AF0A56EC4D5}" dt="2025-04-08T00:02:08.067" v="498" actId="1076"/>
          <ac:spMkLst>
            <pc:docMk/>
            <pc:sldMk cId="1204655439" sldId="262"/>
            <ac:spMk id="13" creationId="{55D9ED33-74F5-F6BE-3E9B-475347E0B395}"/>
          </ac:spMkLst>
        </pc:spChg>
        <pc:picChg chg="add mod">
          <ac:chgData name="Jithendra HS" userId="fbed575dba93ca78" providerId="LiveId" clId="{4E608DF8-13AC-49A0-94CE-1AF0A56EC4D5}" dt="2025-04-08T00:00:36.377" v="481" actId="1076"/>
          <ac:picMkLst>
            <pc:docMk/>
            <pc:sldMk cId="1204655439" sldId="262"/>
            <ac:picMk id="5" creationId="{12216398-D03A-1F25-97BE-CAE66D85B04B}"/>
          </ac:picMkLst>
        </pc:picChg>
        <pc:picChg chg="add mod">
          <ac:chgData name="Jithendra HS" userId="fbed575dba93ca78" providerId="LiveId" clId="{4E608DF8-13AC-49A0-94CE-1AF0A56EC4D5}" dt="2025-04-08T00:00:42.194" v="483" actId="1076"/>
          <ac:picMkLst>
            <pc:docMk/>
            <pc:sldMk cId="1204655439" sldId="262"/>
            <ac:picMk id="7" creationId="{6C24E8BA-D7CB-E914-E85E-AB53C2293B4D}"/>
          </ac:picMkLst>
        </pc:picChg>
      </pc:sldChg>
      <pc:sldChg chg="addSp delSp modSp new mod">
        <pc:chgData name="Jithendra HS" userId="fbed575dba93ca78" providerId="LiveId" clId="{4E608DF8-13AC-49A0-94CE-1AF0A56EC4D5}" dt="2025-04-08T01:39:58.469" v="1176" actId="20577"/>
        <pc:sldMkLst>
          <pc:docMk/>
          <pc:sldMk cId="2003101216" sldId="263"/>
        </pc:sldMkLst>
        <pc:spChg chg="mod">
          <ac:chgData name="Jithendra HS" userId="fbed575dba93ca78" providerId="LiveId" clId="{4E608DF8-13AC-49A0-94CE-1AF0A56EC4D5}" dt="2025-04-08T00:03:36.870" v="523" actId="122"/>
          <ac:spMkLst>
            <pc:docMk/>
            <pc:sldMk cId="2003101216" sldId="263"/>
            <ac:spMk id="2" creationId="{3C172448-EDA6-6C3A-76B1-945DF77EB392}"/>
          </ac:spMkLst>
        </pc:spChg>
        <pc:spChg chg="del">
          <ac:chgData name="Jithendra HS" userId="fbed575dba93ca78" providerId="LiveId" clId="{4E608DF8-13AC-49A0-94CE-1AF0A56EC4D5}" dt="2025-04-08T00:03:28.902" v="520" actId="478"/>
          <ac:spMkLst>
            <pc:docMk/>
            <pc:sldMk cId="2003101216" sldId="263"/>
            <ac:spMk id="3" creationId="{F5CB67E0-3204-B1B9-5006-562CA4D2DB36}"/>
          </ac:spMkLst>
        </pc:spChg>
        <pc:spChg chg="add mod">
          <ac:chgData name="Jithendra HS" userId="fbed575dba93ca78" providerId="LiveId" clId="{4E608DF8-13AC-49A0-94CE-1AF0A56EC4D5}" dt="2025-04-08T01:37:41.155" v="1107" actId="1076"/>
          <ac:spMkLst>
            <pc:docMk/>
            <pc:sldMk cId="2003101216" sldId="263"/>
            <ac:spMk id="6" creationId="{E8AC48CF-1A13-C4CF-283E-2B1FD416935A}"/>
          </ac:spMkLst>
        </pc:spChg>
        <pc:spChg chg="add mod">
          <ac:chgData name="Jithendra HS" userId="fbed575dba93ca78" providerId="LiveId" clId="{4E608DF8-13AC-49A0-94CE-1AF0A56EC4D5}" dt="2025-04-08T01:37:47.594" v="1108" actId="1076"/>
          <ac:spMkLst>
            <pc:docMk/>
            <pc:sldMk cId="2003101216" sldId="263"/>
            <ac:spMk id="7" creationId="{33D2B544-42EC-0E4D-990E-F298044A8BC0}"/>
          </ac:spMkLst>
        </pc:spChg>
        <pc:spChg chg="add mod">
          <ac:chgData name="Jithendra HS" userId="fbed575dba93ca78" providerId="LiveId" clId="{4E608DF8-13AC-49A0-94CE-1AF0A56EC4D5}" dt="2025-04-08T01:39:58.469" v="1176" actId="20577"/>
          <ac:spMkLst>
            <pc:docMk/>
            <pc:sldMk cId="2003101216" sldId="263"/>
            <ac:spMk id="8" creationId="{87168258-2170-5B0C-7E6E-060CB6D6CB68}"/>
          </ac:spMkLst>
        </pc:spChg>
        <pc:picChg chg="add mod">
          <ac:chgData name="Jithendra HS" userId="fbed575dba93ca78" providerId="LiveId" clId="{4E608DF8-13AC-49A0-94CE-1AF0A56EC4D5}" dt="2025-04-08T01:37:37.969" v="1106" actId="1076"/>
          <ac:picMkLst>
            <pc:docMk/>
            <pc:sldMk cId="2003101216" sldId="263"/>
            <ac:picMk id="5" creationId="{5FEEAFA8-239B-1981-7EBE-F2D3D37FCB3B}"/>
          </ac:picMkLst>
        </pc:picChg>
      </pc:sldChg>
      <pc:sldChg chg="addSp delSp modSp new mod">
        <pc:chgData name="Jithendra HS" userId="fbed575dba93ca78" providerId="LiveId" clId="{4E608DF8-13AC-49A0-94CE-1AF0A56EC4D5}" dt="2025-04-08T00:35:44.466" v="633" actId="1076"/>
        <pc:sldMkLst>
          <pc:docMk/>
          <pc:sldMk cId="1928431063" sldId="264"/>
        </pc:sldMkLst>
        <pc:spChg chg="mod">
          <ac:chgData name="Jithendra HS" userId="fbed575dba93ca78" providerId="LiveId" clId="{4E608DF8-13AC-49A0-94CE-1AF0A56EC4D5}" dt="2025-04-08T00:35:44.466" v="633" actId="1076"/>
          <ac:spMkLst>
            <pc:docMk/>
            <pc:sldMk cId="1928431063" sldId="264"/>
            <ac:spMk id="2" creationId="{536C6016-E49A-2450-A298-84DB48B7CA45}"/>
          </ac:spMkLst>
        </pc:spChg>
        <pc:spChg chg="del">
          <ac:chgData name="Jithendra HS" userId="fbed575dba93ca78" providerId="LiveId" clId="{4E608DF8-13AC-49A0-94CE-1AF0A56EC4D5}" dt="2025-04-08T00:32:53.501" v="600" actId="478"/>
          <ac:spMkLst>
            <pc:docMk/>
            <pc:sldMk cId="1928431063" sldId="264"/>
            <ac:spMk id="3" creationId="{7F066AC9-2E42-34D9-ED1F-056A001186D5}"/>
          </ac:spMkLst>
        </pc:spChg>
        <pc:spChg chg="add mod">
          <ac:chgData name="Jithendra HS" userId="fbed575dba93ca78" providerId="LiveId" clId="{4E608DF8-13AC-49A0-94CE-1AF0A56EC4D5}" dt="2025-04-08T00:33:33.918" v="614" actId="20577"/>
          <ac:spMkLst>
            <pc:docMk/>
            <pc:sldMk cId="1928431063" sldId="264"/>
            <ac:spMk id="6" creationId="{198EE6E0-9A97-D2D4-1EF1-446287C335E8}"/>
          </ac:spMkLst>
        </pc:spChg>
        <pc:spChg chg="add mod">
          <ac:chgData name="Jithendra HS" userId="fbed575dba93ca78" providerId="LiveId" clId="{4E608DF8-13AC-49A0-94CE-1AF0A56EC4D5}" dt="2025-04-08T00:33:53.605" v="616" actId="1076"/>
          <ac:spMkLst>
            <pc:docMk/>
            <pc:sldMk cId="1928431063" sldId="264"/>
            <ac:spMk id="7" creationId="{6EF29B69-6BF4-B497-1450-8144249897B7}"/>
          </ac:spMkLst>
        </pc:spChg>
        <pc:spChg chg="add mod">
          <ac:chgData name="Jithendra HS" userId="fbed575dba93ca78" providerId="LiveId" clId="{4E608DF8-13AC-49A0-94CE-1AF0A56EC4D5}" dt="2025-04-08T00:34:16.594" v="624" actId="1076"/>
          <ac:spMkLst>
            <pc:docMk/>
            <pc:sldMk cId="1928431063" sldId="264"/>
            <ac:spMk id="8" creationId="{09874C8B-542F-2549-527C-9C2DD09C1D39}"/>
          </ac:spMkLst>
        </pc:spChg>
        <pc:spChg chg="add mod">
          <ac:chgData name="Jithendra HS" userId="fbed575dba93ca78" providerId="LiveId" clId="{4E608DF8-13AC-49A0-94CE-1AF0A56EC4D5}" dt="2025-04-08T00:35:30.147" v="632" actId="14100"/>
          <ac:spMkLst>
            <pc:docMk/>
            <pc:sldMk cId="1928431063" sldId="264"/>
            <ac:spMk id="9" creationId="{8F10B36F-A7DC-E90C-2405-A47EE3728C8E}"/>
          </ac:spMkLst>
        </pc:spChg>
        <pc:spChg chg="add mod">
          <ac:chgData name="Jithendra HS" userId="fbed575dba93ca78" providerId="LiveId" clId="{4E608DF8-13AC-49A0-94CE-1AF0A56EC4D5}" dt="2025-04-08T00:34:54.452" v="628" actId="1076"/>
          <ac:spMkLst>
            <pc:docMk/>
            <pc:sldMk cId="1928431063" sldId="264"/>
            <ac:spMk id="10" creationId="{B85ABA27-97DA-C40A-240B-CBD30AEC9009}"/>
          </ac:spMkLst>
        </pc:spChg>
        <pc:spChg chg="add mod">
          <ac:chgData name="Jithendra HS" userId="fbed575dba93ca78" providerId="LiveId" clId="{4E608DF8-13AC-49A0-94CE-1AF0A56EC4D5}" dt="2025-04-08T00:35:24.220" v="631" actId="14100"/>
          <ac:spMkLst>
            <pc:docMk/>
            <pc:sldMk cId="1928431063" sldId="264"/>
            <ac:spMk id="11" creationId="{3033B770-360B-C1C8-932D-7D5894B6571F}"/>
          </ac:spMkLst>
        </pc:spChg>
        <pc:picChg chg="add mod">
          <ac:chgData name="Jithendra HS" userId="fbed575dba93ca78" providerId="LiveId" clId="{4E608DF8-13AC-49A0-94CE-1AF0A56EC4D5}" dt="2025-04-08T00:32:57.516" v="602" actId="1076"/>
          <ac:picMkLst>
            <pc:docMk/>
            <pc:sldMk cId="1928431063" sldId="264"/>
            <ac:picMk id="5" creationId="{E2F54F38-5743-E862-BF29-4B1E242EA4C2}"/>
          </ac:picMkLst>
        </pc:picChg>
      </pc:sldChg>
      <pc:sldChg chg="addSp delSp modSp add mod">
        <pc:chgData name="Jithendra HS" userId="fbed575dba93ca78" providerId="LiveId" clId="{4E608DF8-13AC-49A0-94CE-1AF0A56EC4D5}" dt="2025-04-08T00:37:06.091" v="656" actId="1076"/>
        <pc:sldMkLst>
          <pc:docMk/>
          <pc:sldMk cId="2562121203" sldId="265"/>
        </pc:sldMkLst>
        <pc:spChg chg="mod">
          <ac:chgData name="Jithendra HS" userId="fbed575dba93ca78" providerId="LiveId" clId="{4E608DF8-13AC-49A0-94CE-1AF0A56EC4D5}" dt="2025-04-08T00:35:59.123" v="646" actId="20577"/>
          <ac:spMkLst>
            <pc:docMk/>
            <pc:sldMk cId="2562121203" sldId="265"/>
            <ac:spMk id="2" creationId="{C12F769D-60A9-6220-2B89-721CB896B129}"/>
          </ac:spMkLst>
        </pc:spChg>
        <pc:spChg chg="ord">
          <ac:chgData name="Jithendra HS" userId="fbed575dba93ca78" providerId="LiveId" clId="{4E608DF8-13AC-49A0-94CE-1AF0A56EC4D5}" dt="2025-04-08T00:36:43.728" v="650" actId="166"/>
          <ac:spMkLst>
            <pc:docMk/>
            <pc:sldMk cId="2562121203" sldId="265"/>
            <ac:spMk id="6" creationId="{4B77E798-DD24-2B2A-6AE4-FB6617767A7D}"/>
          </ac:spMkLst>
        </pc:spChg>
        <pc:spChg chg="ord">
          <ac:chgData name="Jithendra HS" userId="fbed575dba93ca78" providerId="LiveId" clId="{4E608DF8-13AC-49A0-94CE-1AF0A56EC4D5}" dt="2025-04-08T00:36:46.196" v="651" actId="166"/>
          <ac:spMkLst>
            <pc:docMk/>
            <pc:sldMk cId="2562121203" sldId="265"/>
            <ac:spMk id="7" creationId="{B8668FA5-804B-91E5-472D-9A9C5223CB9E}"/>
          </ac:spMkLst>
        </pc:spChg>
        <pc:spChg chg="ord">
          <ac:chgData name="Jithendra HS" userId="fbed575dba93ca78" providerId="LiveId" clId="{4E608DF8-13AC-49A0-94CE-1AF0A56EC4D5}" dt="2025-04-08T00:36:51.057" v="652" actId="166"/>
          <ac:spMkLst>
            <pc:docMk/>
            <pc:sldMk cId="2562121203" sldId="265"/>
            <ac:spMk id="8" creationId="{A2DAC59D-16E7-3597-77E8-61D8C214DFA4}"/>
          </ac:spMkLst>
        </pc:spChg>
        <pc:spChg chg="ord">
          <ac:chgData name="Jithendra HS" userId="fbed575dba93ca78" providerId="LiveId" clId="{4E608DF8-13AC-49A0-94CE-1AF0A56EC4D5}" dt="2025-04-08T00:37:01.316" v="655" actId="166"/>
          <ac:spMkLst>
            <pc:docMk/>
            <pc:sldMk cId="2562121203" sldId="265"/>
            <ac:spMk id="9" creationId="{ED18E2ED-E870-ED5B-81C9-28D796E9A22F}"/>
          </ac:spMkLst>
        </pc:spChg>
        <pc:spChg chg="ord">
          <ac:chgData name="Jithendra HS" userId="fbed575dba93ca78" providerId="LiveId" clId="{4E608DF8-13AC-49A0-94CE-1AF0A56EC4D5}" dt="2025-04-08T00:36:55.388" v="653" actId="166"/>
          <ac:spMkLst>
            <pc:docMk/>
            <pc:sldMk cId="2562121203" sldId="265"/>
            <ac:spMk id="10" creationId="{E61FA52E-B154-BDD6-1D55-17F1844B9744}"/>
          </ac:spMkLst>
        </pc:spChg>
        <pc:spChg chg="ord">
          <ac:chgData name="Jithendra HS" userId="fbed575dba93ca78" providerId="LiveId" clId="{4E608DF8-13AC-49A0-94CE-1AF0A56EC4D5}" dt="2025-04-08T00:36:58.877" v="654" actId="166"/>
          <ac:spMkLst>
            <pc:docMk/>
            <pc:sldMk cId="2562121203" sldId="265"/>
            <ac:spMk id="11" creationId="{749233B9-045B-2B79-B6B1-8C19E25F2F8C}"/>
          </ac:spMkLst>
        </pc:spChg>
        <pc:picChg chg="add mod">
          <ac:chgData name="Jithendra HS" userId="fbed575dba93ca78" providerId="LiveId" clId="{4E608DF8-13AC-49A0-94CE-1AF0A56EC4D5}" dt="2025-04-08T00:37:06.091" v="656" actId="1076"/>
          <ac:picMkLst>
            <pc:docMk/>
            <pc:sldMk cId="2562121203" sldId="265"/>
            <ac:picMk id="4" creationId="{AE2265D0-FDB7-C225-0019-4A943F4EE703}"/>
          </ac:picMkLst>
        </pc:picChg>
        <pc:picChg chg="del">
          <ac:chgData name="Jithendra HS" userId="fbed575dba93ca78" providerId="LiveId" clId="{4E608DF8-13AC-49A0-94CE-1AF0A56EC4D5}" dt="2025-04-08T00:36:35.800" v="647" actId="478"/>
          <ac:picMkLst>
            <pc:docMk/>
            <pc:sldMk cId="2562121203" sldId="265"/>
            <ac:picMk id="5" creationId="{9D0BE255-7B50-E027-0C42-FE94DD9FBE2D}"/>
          </ac:picMkLst>
        </pc:picChg>
      </pc:sldChg>
      <pc:sldChg chg="addSp delSp modSp add mod">
        <pc:chgData name="Jithendra HS" userId="fbed575dba93ca78" providerId="LiveId" clId="{4E608DF8-13AC-49A0-94CE-1AF0A56EC4D5}" dt="2025-04-08T00:38:37.026" v="677" actId="1076"/>
        <pc:sldMkLst>
          <pc:docMk/>
          <pc:sldMk cId="2052874149" sldId="266"/>
        </pc:sldMkLst>
        <pc:spChg chg="mod">
          <ac:chgData name="Jithendra HS" userId="fbed575dba93ca78" providerId="LiveId" clId="{4E608DF8-13AC-49A0-94CE-1AF0A56EC4D5}" dt="2025-04-08T00:37:47.255" v="667" actId="20577"/>
          <ac:spMkLst>
            <pc:docMk/>
            <pc:sldMk cId="2052874149" sldId="266"/>
            <ac:spMk id="2" creationId="{78C2FF1C-951A-5144-8510-9BCD53CA9037}"/>
          </ac:spMkLst>
        </pc:spChg>
        <pc:spChg chg="ord">
          <ac:chgData name="Jithendra HS" userId="fbed575dba93ca78" providerId="LiveId" clId="{4E608DF8-13AC-49A0-94CE-1AF0A56EC4D5}" dt="2025-04-08T00:38:17.480" v="671" actId="166"/>
          <ac:spMkLst>
            <pc:docMk/>
            <pc:sldMk cId="2052874149" sldId="266"/>
            <ac:spMk id="6" creationId="{8D841412-C741-D315-53D6-DCA9561705DA}"/>
          </ac:spMkLst>
        </pc:spChg>
        <pc:spChg chg="ord">
          <ac:chgData name="Jithendra HS" userId="fbed575dba93ca78" providerId="LiveId" clId="{4E608DF8-13AC-49A0-94CE-1AF0A56EC4D5}" dt="2025-04-08T00:38:21.460" v="672" actId="166"/>
          <ac:spMkLst>
            <pc:docMk/>
            <pc:sldMk cId="2052874149" sldId="266"/>
            <ac:spMk id="7" creationId="{DD59F3CD-D018-D7DA-08CE-C5D3EB580D5B}"/>
          </ac:spMkLst>
        </pc:spChg>
        <pc:spChg chg="ord">
          <ac:chgData name="Jithendra HS" userId="fbed575dba93ca78" providerId="LiveId" clId="{4E608DF8-13AC-49A0-94CE-1AF0A56EC4D5}" dt="2025-04-08T00:38:25.140" v="673" actId="166"/>
          <ac:spMkLst>
            <pc:docMk/>
            <pc:sldMk cId="2052874149" sldId="266"/>
            <ac:spMk id="8" creationId="{1FCF92D0-7148-8C0D-8C2B-28BA45BAD487}"/>
          </ac:spMkLst>
        </pc:spChg>
        <pc:spChg chg="ord">
          <ac:chgData name="Jithendra HS" userId="fbed575dba93ca78" providerId="LiveId" clId="{4E608DF8-13AC-49A0-94CE-1AF0A56EC4D5}" dt="2025-04-08T00:38:33.105" v="676" actId="166"/>
          <ac:spMkLst>
            <pc:docMk/>
            <pc:sldMk cId="2052874149" sldId="266"/>
            <ac:spMk id="9" creationId="{F2C3E713-855D-30B9-8AA5-6E9FF22EED86}"/>
          </ac:spMkLst>
        </pc:spChg>
        <pc:spChg chg="ord">
          <ac:chgData name="Jithendra HS" userId="fbed575dba93ca78" providerId="LiveId" clId="{4E608DF8-13AC-49A0-94CE-1AF0A56EC4D5}" dt="2025-04-08T00:38:28.468" v="674" actId="166"/>
          <ac:spMkLst>
            <pc:docMk/>
            <pc:sldMk cId="2052874149" sldId="266"/>
            <ac:spMk id="10" creationId="{C6F13635-9DB4-B9DD-43E3-A7A4F9828B8A}"/>
          </ac:spMkLst>
        </pc:spChg>
        <pc:spChg chg="ord">
          <ac:chgData name="Jithendra HS" userId="fbed575dba93ca78" providerId="LiveId" clId="{4E608DF8-13AC-49A0-94CE-1AF0A56EC4D5}" dt="2025-04-08T00:38:30.969" v="675" actId="166"/>
          <ac:spMkLst>
            <pc:docMk/>
            <pc:sldMk cId="2052874149" sldId="266"/>
            <ac:spMk id="11" creationId="{1F1B8F9A-508B-99AF-0341-E7D435569A08}"/>
          </ac:spMkLst>
        </pc:spChg>
        <pc:picChg chg="del">
          <ac:chgData name="Jithendra HS" userId="fbed575dba93ca78" providerId="LiveId" clId="{4E608DF8-13AC-49A0-94CE-1AF0A56EC4D5}" dt="2025-04-08T00:37:49.597" v="668" actId="478"/>
          <ac:picMkLst>
            <pc:docMk/>
            <pc:sldMk cId="2052874149" sldId="266"/>
            <ac:picMk id="4" creationId="{9B7E1C1F-F15B-CB8C-ECE6-4D0682B1A27F}"/>
          </ac:picMkLst>
        </pc:picChg>
        <pc:picChg chg="add mod">
          <ac:chgData name="Jithendra HS" userId="fbed575dba93ca78" providerId="LiveId" clId="{4E608DF8-13AC-49A0-94CE-1AF0A56EC4D5}" dt="2025-04-08T00:38:37.026" v="677" actId="1076"/>
          <ac:picMkLst>
            <pc:docMk/>
            <pc:sldMk cId="2052874149" sldId="266"/>
            <ac:picMk id="5" creationId="{7E0F967D-F280-8D21-D30C-EFB9D14CF751}"/>
          </ac:picMkLst>
        </pc:picChg>
      </pc:sldChg>
      <pc:sldChg chg="new del">
        <pc:chgData name="Jithendra HS" userId="fbed575dba93ca78" providerId="LiveId" clId="{4E608DF8-13AC-49A0-94CE-1AF0A56EC4D5}" dt="2025-04-08T00:37:35.314" v="658" actId="680"/>
        <pc:sldMkLst>
          <pc:docMk/>
          <pc:sldMk cId="3370676850" sldId="266"/>
        </pc:sldMkLst>
      </pc:sldChg>
      <pc:sldChg chg="addSp delSp modSp add mod">
        <pc:chgData name="Jithendra HS" userId="fbed575dba93ca78" providerId="LiveId" clId="{4E608DF8-13AC-49A0-94CE-1AF0A56EC4D5}" dt="2025-04-08T00:40:35.989" v="692" actId="1076"/>
        <pc:sldMkLst>
          <pc:docMk/>
          <pc:sldMk cId="1665317729" sldId="267"/>
        </pc:sldMkLst>
        <pc:spChg chg="mod">
          <ac:chgData name="Jithendra HS" userId="fbed575dba93ca78" providerId="LiveId" clId="{4E608DF8-13AC-49A0-94CE-1AF0A56EC4D5}" dt="2025-04-08T00:39:37.396" v="682" actId="20577"/>
          <ac:spMkLst>
            <pc:docMk/>
            <pc:sldMk cId="1665317729" sldId="267"/>
            <ac:spMk id="2" creationId="{EC28F7ED-36BD-1559-E270-4319BF0CD0AF}"/>
          </ac:spMkLst>
        </pc:spChg>
        <pc:spChg chg="ord">
          <ac:chgData name="Jithendra HS" userId="fbed575dba93ca78" providerId="LiveId" clId="{4E608DF8-13AC-49A0-94CE-1AF0A56EC4D5}" dt="2025-04-08T00:40:13.788" v="686" actId="166"/>
          <ac:spMkLst>
            <pc:docMk/>
            <pc:sldMk cId="1665317729" sldId="267"/>
            <ac:spMk id="6" creationId="{B48FDC7D-2120-BE61-BF19-8EBDAEE36975}"/>
          </ac:spMkLst>
        </pc:spChg>
        <pc:spChg chg="ord">
          <ac:chgData name="Jithendra HS" userId="fbed575dba93ca78" providerId="LiveId" clId="{4E608DF8-13AC-49A0-94CE-1AF0A56EC4D5}" dt="2025-04-08T00:40:16.712" v="687" actId="166"/>
          <ac:spMkLst>
            <pc:docMk/>
            <pc:sldMk cId="1665317729" sldId="267"/>
            <ac:spMk id="7" creationId="{C39C0DFC-0429-1D0B-FF66-AAAD8D92D80D}"/>
          </ac:spMkLst>
        </pc:spChg>
        <pc:spChg chg="ord">
          <ac:chgData name="Jithendra HS" userId="fbed575dba93ca78" providerId="LiveId" clId="{4E608DF8-13AC-49A0-94CE-1AF0A56EC4D5}" dt="2025-04-08T00:40:20.126" v="688" actId="166"/>
          <ac:spMkLst>
            <pc:docMk/>
            <pc:sldMk cId="1665317729" sldId="267"/>
            <ac:spMk id="8" creationId="{BA0036D3-D485-2D3A-E399-EACBF3AA4348}"/>
          </ac:spMkLst>
        </pc:spChg>
        <pc:spChg chg="ord">
          <ac:chgData name="Jithendra HS" userId="fbed575dba93ca78" providerId="LiveId" clId="{4E608DF8-13AC-49A0-94CE-1AF0A56EC4D5}" dt="2025-04-08T00:40:28.557" v="691" actId="166"/>
          <ac:spMkLst>
            <pc:docMk/>
            <pc:sldMk cId="1665317729" sldId="267"/>
            <ac:spMk id="9" creationId="{BB149714-FC5B-A339-DD24-53904DD6728C}"/>
          </ac:spMkLst>
        </pc:spChg>
        <pc:spChg chg="ord">
          <ac:chgData name="Jithendra HS" userId="fbed575dba93ca78" providerId="LiveId" clId="{4E608DF8-13AC-49A0-94CE-1AF0A56EC4D5}" dt="2025-04-08T00:40:23.087" v="689" actId="166"/>
          <ac:spMkLst>
            <pc:docMk/>
            <pc:sldMk cId="1665317729" sldId="267"/>
            <ac:spMk id="10" creationId="{019BCF10-BBBD-588C-DE89-0E5AEC24C16A}"/>
          </ac:spMkLst>
        </pc:spChg>
        <pc:spChg chg="ord">
          <ac:chgData name="Jithendra HS" userId="fbed575dba93ca78" providerId="LiveId" clId="{4E608DF8-13AC-49A0-94CE-1AF0A56EC4D5}" dt="2025-04-08T00:40:26.129" v="690" actId="166"/>
          <ac:spMkLst>
            <pc:docMk/>
            <pc:sldMk cId="1665317729" sldId="267"/>
            <ac:spMk id="11" creationId="{F76F38E6-E706-B1B1-45DC-118ED014B088}"/>
          </ac:spMkLst>
        </pc:spChg>
        <pc:picChg chg="add mod">
          <ac:chgData name="Jithendra HS" userId="fbed575dba93ca78" providerId="LiveId" clId="{4E608DF8-13AC-49A0-94CE-1AF0A56EC4D5}" dt="2025-04-08T00:40:35.989" v="692" actId="1076"/>
          <ac:picMkLst>
            <pc:docMk/>
            <pc:sldMk cId="1665317729" sldId="267"/>
            <ac:picMk id="4" creationId="{7B60237E-061C-2D50-B855-E109DC18CFD3}"/>
          </ac:picMkLst>
        </pc:picChg>
        <pc:picChg chg="del">
          <ac:chgData name="Jithendra HS" userId="fbed575dba93ca78" providerId="LiveId" clId="{4E608DF8-13AC-49A0-94CE-1AF0A56EC4D5}" dt="2025-04-08T00:39:43.548" v="683" actId="478"/>
          <ac:picMkLst>
            <pc:docMk/>
            <pc:sldMk cId="1665317729" sldId="267"/>
            <ac:picMk id="5" creationId="{3E3958E8-F9C9-D193-A39E-34F1A25B1DC4}"/>
          </ac:picMkLst>
        </pc:picChg>
      </pc:sldChg>
      <pc:sldChg chg="addSp delSp modSp add mod">
        <pc:chgData name="Jithendra HS" userId="fbed575dba93ca78" providerId="LiveId" clId="{4E608DF8-13AC-49A0-94CE-1AF0A56EC4D5}" dt="2025-04-08T00:42:21.144" v="711" actId="1076"/>
        <pc:sldMkLst>
          <pc:docMk/>
          <pc:sldMk cId="134130577" sldId="268"/>
        </pc:sldMkLst>
        <pc:spChg chg="mod">
          <ac:chgData name="Jithendra HS" userId="fbed575dba93ca78" providerId="LiveId" clId="{4E608DF8-13AC-49A0-94CE-1AF0A56EC4D5}" dt="2025-04-08T00:41:22.691" v="701" actId="20577"/>
          <ac:spMkLst>
            <pc:docMk/>
            <pc:sldMk cId="134130577" sldId="268"/>
            <ac:spMk id="2" creationId="{1F79E7F7-C2CA-5263-6F8B-6E8609DCD8A0}"/>
          </ac:spMkLst>
        </pc:spChg>
        <pc:spChg chg="ord">
          <ac:chgData name="Jithendra HS" userId="fbed575dba93ca78" providerId="LiveId" clId="{4E608DF8-13AC-49A0-94CE-1AF0A56EC4D5}" dt="2025-04-08T00:42:00.686" v="705" actId="166"/>
          <ac:spMkLst>
            <pc:docMk/>
            <pc:sldMk cId="134130577" sldId="268"/>
            <ac:spMk id="6" creationId="{DD46E959-4FD9-09E3-BFE2-3907FE9B0F18}"/>
          </ac:spMkLst>
        </pc:spChg>
        <pc:spChg chg="ord">
          <ac:chgData name="Jithendra HS" userId="fbed575dba93ca78" providerId="LiveId" clId="{4E608DF8-13AC-49A0-94CE-1AF0A56EC4D5}" dt="2025-04-08T00:42:03.145" v="706" actId="166"/>
          <ac:spMkLst>
            <pc:docMk/>
            <pc:sldMk cId="134130577" sldId="268"/>
            <ac:spMk id="7" creationId="{B3A434E9-9844-1190-BB0A-5695A772F23F}"/>
          </ac:spMkLst>
        </pc:spChg>
        <pc:spChg chg="ord">
          <ac:chgData name="Jithendra HS" userId="fbed575dba93ca78" providerId="LiveId" clId="{4E608DF8-13AC-49A0-94CE-1AF0A56EC4D5}" dt="2025-04-08T00:42:06.174" v="707" actId="166"/>
          <ac:spMkLst>
            <pc:docMk/>
            <pc:sldMk cId="134130577" sldId="268"/>
            <ac:spMk id="8" creationId="{AF0DC41A-CD57-1F1F-861F-F2C48645DB7A}"/>
          </ac:spMkLst>
        </pc:spChg>
        <pc:spChg chg="ord">
          <ac:chgData name="Jithendra HS" userId="fbed575dba93ca78" providerId="LiveId" clId="{4E608DF8-13AC-49A0-94CE-1AF0A56EC4D5}" dt="2025-04-08T00:42:14.675" v="710" actId="166"/>
          <ac:spMkLst>
            <pc:docMk/>
            <pc:sldMk cId="134130577" sldId="268"/>
            <ac:spMk id="9" creationId="{0B67C58C-6E42-7155-41EF-F711FE9E4B5D}"/>
          </ac:spMkLst>
        </pc:spChg>
        <pc:spChg chg="ord">
          <ac:chgData name="Jithendra HS" userId="fbed575dba93ca78" providerId="LiveId" clId="{4E608DF8-13AC-49A0-94CE-1AF0A56EC4D5}" dt="2025-04-08T00:42:09.126" v="708" actId="166"/>
          <ac:spMkLst>
            <pc:docMk/>
            <pc:sldMk cId="134130577" sldId="268"/>
            <ac:spMk id="10" creationId="{B9EBF428-4AB7-F66C-FBEC-13AD2BCF6D68}"/>
          </ac:spMkLst>
        </pc:spChg>
        <pc:spChg chg="ord">
          <ac:chgData name="Jithendra HS" userId="fbed575dba93ca78" providerId="LiveId" clId="{4E608DF8-13AC-49A0-94CE-1AF0A56EC4D5}" dt="2025-04-08T00:42:12.061" v="709" actId="166"/>
          <ac:spMkLst>
            <pc:docMk/>
            <pc:sldMk cId="134130577" sldId="268"/>
            <ac:spMk id="11" creationId="{DB832EF0-30D6-166B-209A-66F3CF54940D}"/>
          </ac:spMkLst>
        </pc:spChg>
        <pc:picChg chg="del">
          <ac:chgData name="Jithendra HS" userId="fbed575dba93ca78" providerId="LiveId" clId="{4E608DF8-13AC-49A0-94CE-1AF0A56EC4D5}" dt="2025-04-08T00:41:24.952" v="702" actId="478"/>
          <ac:picMkLst>
            <pc:docMk/>
            <pc:sldMk cId="134130577" sldId="268"/>
            <ac:picMk id="4" creationId="{1E9E67E2-B82E-7F25-C5B4-8C7E4AFDC741}"/>
          </ac:picMkLst>
        </pc:picChg>
        <pc:picChg chg="add mod">
          <ac:chgData name="Jithendra HS" userId="fbed575dba93ca78" providerId="LiveId" clId="{4E608DF8-13AC-49A0-94CE-1AF0A56EC4D5}" dt="2025-04-08T00:42:21.144" v="711" actId="1076"/>
          <ac:picMkLst>
            <pc:docMk/>
            <pc:sldMk cId="134130577" sldId="268"/>
            <ac:picMk id="5" creationId="{A692F22F-EC87-1E9F-2DEB-8273561A7BF7}"/>
          </ac:picMkLst>
        </pc:picChg>
      </pc:sldChg>
      <pc:sldChg chg="addSp delSp modSp new mod">
        <pc:chgData name="Jithendra HS" userId="fbed575dba93ca78" providerId="LiveId" clId="{4E608DF8-13AC-49A0-94CE-1AF0A56EC4D5}" dt="2025-04-08T01:10:53.634" v="777" actId="1076"/>
        <pc:sldMkLst>
          <pc:docMk/>
          <pc:sldMk cId="1679018796" sldId="269"/>
        </pc:sldMkLst>
        <pc:spChg chg="mod">
          <ac:chgData name="Jithendra HS" userId="fbed575dba93ca78" providerId="LiveId" clId="{4E608DF8-13AC-49A0-94CE-1AF0A56EC4D5}" dt="2025-04-08T01:07:51.002" v="756" actId="1076"/>
          <ac:spMkLst>
            <pc:docMk/>
            <pc:sldMk cId="1679018796" sldId="269"/>
            <ac:spMk id="2" creationId="{6728DFC2-223D-DC1B-88CF-2AE9920CC1E6}"/>
          </ac:spMkLst>
        </pc:spChg>
        <pc:spChg chg="del">
          <ac:chgData name="Jithendra HS" userId="fbed575dba93ca78" providerId="LiveId" clId="{4E608DF8-13AC-49A0-94CE-1AF0A56EC4D5}" dt="2025-04-08T01:00:13.821" v="749" actId="478"/>
          <ac:spMkLst>
            <pc:docMk/>
            <pc:sldMk cId="1679018796" sldId="269"/>
            <ac:spMk id="3" creationId="{A4C6D840-8F5B-ED21-87F7-87BF6285A5B1}"/>
          </ac:spMkLst>
        </pc:spChg>
        <pc:picChg chg="add del mod">
          <ac:chgData name="Jithendra HS" userId="fbed575dba93ca78" providerId="LiveId" clId="{4E608DF8-13AC-49A0-94CE-1AF0A56EC4D5}" dt="2025-04-08T01:07:22.293" v="753" actId="478"/>
          <ac:picMkLst>
            <pc:docMk/>
            <pc:sldMk cId="1679018796" sldId="269"/>
            <ac:picMk id="5" creationId="{F0563F8B-38C8-7250-0CB6-54BD74EB37D4}"/>
          </ac:picMkLst>
        </pc:picChg>
        <pc:picChg chg="add mod">
          <ac:chgData name="Jithendra HS" userId="fbed575dba93ca78" providerId="LiveId" clId="{4E608DF8-13AC-49A0-94CE-1AF0A56EC4D5}" dt="2025-04-08T01:09:41.626" v="766" actId="14100"/>
          <ac:picMkLst>
            <pc:docMk/>
            <pc:sldMk cId="1679018796" sldId="269"/>
            <ac:picMk id="7" creationId="{3C22C321-74F1-5623-C600-A527498BB988}"/>
          </ac:picMkLst>
        </pc:picChg>
        <pc:picChg chg="add mod">
          <ac:chgData name="Jithendra HS" userId="fbed575dba93ca78" providerId="LiveId" clId="{4E608DF8-13AC-49A0-94CE-1AF0A56EC4D5}" dt="2025-04-08T01:09:48.219" v="768" actId="14100"/>
          <ac:picMkLst>
            <pc:docMk/>
            <pc:sldMk cId="1679018796" sldId="269"/>
            <ac:picMk id="9" creationId="{A033442A-36BF-7920-F4E8-20B1A5F4190F}"/>
          </ac:picMkLst>
        </pc:picChg>
        <pc:picChg chg="add mod">
          <ac:chgData name="Jithendra HS" userId="fbed575dba93ca78" providerId="LiveId" clId="{4E608DF8-13AC-49A0-94CE-1AF0A56EC4D5}" dt="2025-04-08T01:09:55.692" v="771" actId="1076"/>
          <ac:picMkLst>
            <pc:docMk/>
            <pc:sldMk cId="1679018796" sldId="269"/>
            <ac:picMk id="11" creationId="{2CC6B7DA-F96A-190E-7BC3-CBA53F448E75}"/>
          </ac:picMkLst>
        </pc:picChg>
        <pc:picChg chg="add mod">
          <ac:chgData name="Jithendra HS" userId="fbed575dba93ca78" providerId="LiveId" clId="{4E608DF8-13AC-49A0-94CE-1AF0A56EC4D5}" dt="2025-04-08T01:10:30.089" v="774" actId="1076"/>
          <ac:picMkLst>
            <pc:docMk/>
            <pc:sldMk cId="1679018796" sldId="269"/>
            <ac:picMk id="13" creationId="{880692E6-8A7A-32C7-7A08-7895A6F28103}"/>
          </ac:picMkLst>
        </pc:picChg>
        <pc:picChg chg="add mod">
          <ac:chgData name="Jithendra HS" userId="fbed575dba93ca78" providerId="LiveId" clId="{4E608DF8-13AC-49A0-94CE-1AF0A56EC4D5}" dt="2025-04-08T01:10:53.634" v="777" actId="1076"/>
          <ac:picMkLst>
            <pc:docMk/>
            <pc:sldMk cId="1679018796" sldId="269"/>
            <ac:picMk id="15" creationId="{6483801C-060E-5A41-03AF-7CC6F1B17618}"/>
          </ac:picMkLst>
        </pc:picChg>
      </pc:sldChg>
      <pc:sldChg chg="addSp delSp modSp new mod">
        <pc:chgData name="Jithendra HS" userId="fbed575dba93ca78" providerId="LiveId" clId="{4E608DF8-13AC-49A0-94CE-1AF0A56EC4D5}" dt="2025-04-08T01:45:21.772" v="1200" actId="20577"/>
        <pc:sldMkLst>
          <pc:docMk/>
          <pc:sldMk cId="2695930460" sldId="270"/>
        </pc:sldMkLst>
        <pc:spChg chg="mod">
          <ac:chgData name="Jithendra HS" userId="fbed575dba93ca78" providerId="LiveId" clId="{4E608DF8-13AC-49A0-94CE-1AF0A56EC4D5}" dt="2025-04-08T01:45:21.772" v="1200" actId="20577"/>
          <ac:spMkLst>
            <pc:docMk/>
            <pc:sldMk cId="2695930460" sldId="270"/>
            <ac:spMk id="2" creationId="{A4945A3F-3F58-6447-F0E7-9971AF01975D}"/>
          </ac:spMkLst>
        </pc:spChg>
        <pc:spChg chg="del">
          <ac:chgData name="Jithendra HS" userId="fbed575dba93ca78" providerId="LiveId" clId="{4E608DF8-13AC-49A0-94CE-1AF0A56EC4D5}" dt="2025-04-08T01:18:13.150" v="831" actId="3680"/>
          <ac:spMkLst>
            <pc:docMk/>
            <pc:sldMk cId="2695930460" sldId="270"/>
            <ac:spMk id="3" creationId="{510CFE78-D18B-FABB-5A55-78895A98FE51}"/>
          </ac:spMkLst>
        </pc:spChg>
        <pc:graphicFrameChg chg="add mod ord modGraphic">
          <ac:chgData name="Jithendra HS" userId="fbed575dba93ca78" providerId="LiveId" clId="{4E608DF8-13AC-49A0-94CE-1AF0A56EC4D5}" dt="2025-04-08T01:44:45.225" v="1199" actId="13926"/>
          <ac:graphicFrameMkLst>
            <pc:docMk/>
            <pc:sldMk cId="2695930460" sldId="270"/>
            <ac:graphicFrameMk id="4" creationId="{C5A694AC-9EC7-7B33-4D3C-0DD1681042AA}"/>
          </ac:graphicFrameMkLst>
        </pc:graphicFrameChg>
      </pc:sldChg>
      <pc:sldChg chg="addSp delSp modSp new mod">
        <pc:chgData name="Jithendra HS" userId="fbed575dba93ca78" providerId="LiveId" clId="{4E608DF8-13AC-49A0-94CE-1AF0A56EC4D5}" dt="2025-04-08T02:10:01.258" v="1267" actId="1076"/>
        <pc:sldMkLst>
          <pc:docMk/>
          <pc:sldMk cId="1887151938" sldId="271"/>
        </pc:sldMkLst>
        <pc:spChg chg="del">
          <ac:chgData name="Jithendra HS" userId="fbed575dba93ca78" providerId="LiveId" clId="{4E608DF8-13AC-49A0-94CE-1AF0A56EC4D5}" dt="2025-04-08T02:06:28.198" v="1202"/>
          <ac:spMkLst>
            <pc:docMk/>
            <pc:sldMk cId="1887151938" sldId="271"/>
            <ac:spMk id="3" creationId="{94BC007E-FC29-23F7-2578-99E7CD79C5D6}"/>
          </ac:spMkLst>
        </pc:spChg>
        <pc:picChg chg="add mod">
          <ac:chgData name="Jithendra HS" userId="fbed575dba93ca78" providerId="LiveId" clId="{4E608DF8-13AC-49A0-94CE-1AF0A56EC4D5}" dt="2025-04-08T02:09:55.601" v="1266" actId="1076"/>
          <ac:picMkLst>
            <pc:docMk/>
            <pc:sldMk cId="1887151938" sldId="271"/>
            <ac:picMk id="5" creationId="{365499F9-3637-5F47-E7E2-111E4B2AD958}"/>
          </ac:picMkLst>
        </pc:picChg>
        <pc:picChg chg="add mod">
          <ac:chgData name="Jithendra HS" userId="fbed575dba93ca78" providerId="LiveId" clId="{4E608DF8-13AC-49A0-94CE-1AF0A56EC4D5}" dt="2025-04-08T02:09:38.195" v="1260" actId="1076"/>
          <ac:picMkLst>
            <pc:docMk/>
            <pc:sldMk cId="1887151938" sldId="271"/>
            <ac:picMk id="7" creationId="{F6AF539F-EC06-C1EB-DF21-DA47CE65684D}"/>
          </ac:picMkLst>
        </pc:picChg>
        <pc:picChg chg="add mod">
          <ac:chgData name="Jithendra HS" userId="fbed575dba93ca78" providerId="LiveId" clId="{4E608DF8-13AC-49A0-94CE-1AF0A56EC4D5}" dt="2025-04-08T02:09:07.389" v="1250" actId="1076"/>
          <ac:picMkLst>
            <pc:docMk/>
            <pc:sldMk cId="1887151938" sldId="271"/>
            <ac:picMk id="9" creationId="{778F54D7-E40D-100F-5A5C-56C1DDE52487}"/>
          </ac:picMkLst>
        </pc:picChg>
        <pc:picChg chg="add mod">
          <ac:chgData name="Jithendra HS" userId="fbed575dba93ca78" providerId="LiveId" clId="{4E608DF8-13AC-49A0-94CE-1AF0A56EC4D5}" dt="2025-04-08T02:09:33.203" v="1258" actId="14100"/>
          <ac:picMkLst>
            <pc:docMk/>
            <pc:sldMk cId="1887151938" sldId="271"/>
            <ac:picMk id="11" creationId="{141B218D-455E-5B34-6090-D959A0F5F7EB}"/>
          </ac:picMkLst>
        </pc:picChg>
        <pc:picChg chg="add mod">
          <ac:chgData name="Jithendra HS" userId="fbed575dba93ca78" providerId="LiveId" clId="{4E608DF8-13AC-49A0-94CE-1AF0A56EC4D5}" dt="2025-04-08T02:10:01.258" v="1267" actId="1076"/>
          <ac:picMkLst>
            <pc:docMk/>
            <pc:sldMk cId="1887151938" sldId="271"/>
            <ac:picMk id="13" creationId="{78EBDC0E-0086-3825-D605-9B2D4549A3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D76F-7C58-8E81-D129-08AC3F059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4949" y="602093"/>
            <a:ext cx="6995202" cy="8912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PRJ 110: PDN Rail collapse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2DD94-8753-1FDF-EBE4-731C210B1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05" y="1832211"/>
            <a:ext cx="4694632" cy="5025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3C21F3-15CF-047B-AA1D-F2713252D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785121" y="1823238"/>
            <a:ext cx="5042864" cy="506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0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1CCD5D-0319-5B17-BC3E-44401C28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3400" dirty="0"/>
              <a:t>Characterize</a:t>
            </a:r>
            <a:endParaRPr lang="en-IN" sz="3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F2FBD236-FC14-4988-DE58-11AF6D6E6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n-US" dirty="0"/>
              <a:t>5V and 555 timer</a:t>
            </a:r>
          </a:p>
          <a:p>
            <a:r>
              <a:rPr lang="en-US" dirty="0"/>
              <a:t> </a:t>
            </a:r>
            <a:r>
              <a:rPr lang="en-US" dirty="0" err="1"/>
              <a:t>Rth</a:t>
            </a:r>
            <a:r>
              <a:rPr lang="en-US" dirty="0"/>
              <a:t> of the inverter</a:t>
            </a:r>
          </a:p>
          <a:p>
            <a:r>
              <a:rPr lang="en-US" dirty="0"/>
              <a:t>Current through LED</a:t>
            </a:r>
          </a:p>
          <a:p>
            <a:r>
              <a:rPr lang="en-US" dirty="0"/>
              <a:t>Ferrite bead filter effect</a:t>
            </a:r>
          </a:p>
          <a:p>
            <a:r>
              <a:rPr lang="en-US" dirty="0" err="1"/>
              <a:t>Qhi</a:t>
            </a:r>
            <a:r>
              <a:rPr lang="en-US" dirty="0"/>
              <a:t> and </a:t>
            </a:r>
            <a:r>
              <a:rPr lang="en-US" dirty="0" err="1"/>
              <a:t>Qlo</a:t>
            </a:r>
            <a:r>
              <a:rPr lang="en-US" dirty="0"/>
              <a:t> noise comparison Table</a:t>
            </a:r>
          </a:p>
          <a:p>
            <a:r>
              <a:rPr lang="en-US" dirty="0"/>
              <a:t>Rise time comparison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5945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76A3-5651-13F7-50C7-59AAA4BE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167053" cy="50422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5V and 555 timer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95A3D9-3F0C-871D-CA25-1B54E3A23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9" y="1620547"/>
            <a:ext cx="5989901" cy="4090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954356-990B-5D25-9229-822A043CD667}"/>
              </a:ext>
            </a:extLst>
          </p:cNvPr>
          <p:cNvSpPr txBox="1"/>
          <p:nvPr/>
        </p:nvSpPr>
        <p:spPr>
          <a:xfrm>
            <a:off x="2010484" y="2282866"/>
            <a:ext cx="290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5V rail with no switching load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CA86E-2592-203C-E7DB-A1C1E5597D90}"/>
              </a:ext>
            </a:extLst>
          </p:cNvPr>
          <p:cNvSpPr/>
          <p:nvPr/>
        </p:nvSpPr>
        <p:spPr>
          <a:xfrm>
            <a:off x="4991302" y="2907544"/>
            <a:ext cx="1190877" cy="38524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32E9E0-AAFF-95AE-7CF6-C9F9A7F10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359" y="1620547"/>
            <a:ext cx="5817542" cy="4090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95EE7A-BE0B-3619-470F-2DF8EDDFDDAA}"/>
              </a:ext>
            </a:extLst>
          </p:cNvPr>
          <p:cNvSpPr txBox="1"/>
          <p:nvPr/>
        </p:nvSpPr>
        <p:spPr>
          <a:xfrm>
            <a:off x="8941781" y="2196570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555 timer o/p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24B85-8B48-A14F-8AFE-70FBAF85A8DD}"/>
              </a:ext>
            </a:extLst>
          </p:cNvPr>
          <p:cNvSpPr/>
          <p:nvPr/>
        </p:nvSpPr>
        <p:spPr>
          <a:xfrm>
            <a:off x="11067382" y="3175279"/>
            <a:ext cx="974562" cy="622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24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1E03-93C3-C6B2-9B84-0499AB01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91993"/>
          </a:xfrm>
        </p:spPr>
        <p:txBody>
          <a:bodyPr/>
          <a:lstStyle/>
          <a:p>
            <a:pPr algn="ctr"/>
            <a:r>
              <a:rPr lang="en-US" dirty="0"/>
              <a:t>555 timer Rise &amp; fall time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1A7D7-BEB1-9CD3-6A94-053D6031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" y="1541140"/>
            <a:ext cx="5916467" cy="40222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379552-1E6B-64A6-CECB-8AE42B86CBC4}"/>
              </a:ext>
            </a:extLst>
          </p:cNvPr>
          <p:cNvSpPr/>
          <p:nvPr/>
        </p:nvSpPr>
        <p:spPr>
          <a:xfrm>
            <a:off x="4991893" y="3707842"/>
            <a:ext cx="981711" cy="3416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B1D92D-0D72-E403-69CF-71B2EBB12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238" y="1511073"/>
            <a:ext cx="5937884" cy="40523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0108D12-1869-AEC9-85C0-3547D4F9F35F}"/>
              </a:ext>
            </a:extLst>
          </p:cNvPr>
          <p:cNvSpPr/>
          <p:nvPr/>
        </p:nvSpPr>
        <p:spPr>
          <a:xfrm>
            <a:off x="11047411" y="3979147"/>
            <a:ext cx="981711" cy="3014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25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C29E-87FF-75D1-0389-A4FEA595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692491" cy="897766"/>
          </a:xfrm>
        </p:spPr>
        <p:txBody>
          <a:bodyPr/>
          <a:lstStyle/>
          <a:p>
            <a:pPr algn="ctr"/>
            <a:r>
              <a:rPr lang="en-US" dirty="0"/>
              <a:t>Q Hi noise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88022C-9641-BF87-6934-136EFCF7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1510072"/>
            <a:ext cx="7429500" cy="5086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93E5E5-2ADE-70D1-42A2-DC360E902028}"/>
              </a:ext>
            </a:extLst>
          </p:cNvPr>
          <p:cNvSpPr txBox="1"/>
          <p:nvPr/>
        </p:nvSpPr>
        <p:spPr>
          <a:xfrm>
            <a:off x="6642689" y="2229384"/>
            <a:ext cx="127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5V rail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343CC-6E78-892C-CD5A-32B0C1C2DFC9}"/>
              </a:ext>
            </a:extLst>
          </p:cNvPr>
          <p:cNvSpPr txBox="1"/>
          <p:nvPr/>
        </p:nvSpPr>
        <p:spPr>
          <a:xfrm>
            <a:off x="6782615" y="3183941"/>
            <a:ext cx="152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 hi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F5B86-EAD4-F6CA-A35D-AE43A82A3B6F}"/>
              </a:ext>
            </a:extLst>
          </p:cNvPr>
          <p:cNvSpPr txBox="1"/>
          <p:nvPr/>
        </p:nvSpPr>
        <p:spPr>
          <a:xfrm>
            <a:off x="6254884" y="4053247"/>
            <a:ext cx="2237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Hex inverter o/p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57ED1-F95A-9D7D-5113-659546376AD5}"/>
              </a:ext>
            </a:extLst>
          </p:cNvPr>
          <p:cNvSpPr/>
          <p:nvPr/>
        </p:nvSpPr>
        <p:spPr>
          <a:xfrm>
            <a:off x="8492245" y="2684834"/>
            <a:ext cx="1342419" cy="43258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5BB0DB-9BA4-15C0-22FA-0422EC1BF45E}"/>
              </a:ext>
            </a:extLst>
          </p:cNvPr>
          <p:cNvSpPr/>
          <p:nvPr/>
        </p:nvSpPr>
        <p:spPr>
          <a:xfrm>
            <a:off x="8492142" y="4196474"/>
            <a:ext cx="1342419" cy="3598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096198-EEA1-600C-EAA8-AFE9CE7BF94B}"/>
              </a:ext>
            </a:extLst>
          </p:cNvPr>
          <p:cNvSpPr/>
          <p:nvPr/>
        </p:nvSpPr>
        <p:spPr>
          <a:xfrm>
            <a:off x="8492142" y="4578287"/>
            <a:ext cx="1342419" cy="76964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36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673A-31A0-1393-0949-A50C6EED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99" y="217194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Hex Inverter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16398-D03A-1F25-97BE-CAE66D85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" y="1693212"/>
            <a:ext cx="5830068" cy="3946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4E8BA-D7CB-E914-E85E-AB53C2293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25" y="1693212"/>
            <a:ext cx="5826522" cy="39462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B7000F-53A1-4707-D7C6-2E36CB99E280}"/>
              </a:ext>
            </a:extLst>
          </p:cNvPr>
          <p:cNvSpPr/>
          <p:nvPr/>
        </p:nvSpPr>
        <p:spPr>
          <a:xfrm>
            <a:off x="4829621" y="4687128"/>
            <a:ext cx="1011840" cy="31288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6D2515-9E93-CA34-4113-3E6B7CB68319}"/>
              </a:ext>
            </a:extLst>
          </p:cNvPr>
          <p:cNvSpPr/>
          <p:nvPr/>
        </p:nvSpPr>
        <p:spPr>
          <a:xfrm>
            <a:off x="10987229" y="5000017"/>
            <a:ext cx="1043917" cy="30155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CC6230-BFCD-9254-5C03-A6CF9B939CBE}"/>
              </a:ext>
            </a:extLst>
          </p:cNvPr>
          <p:cNvSpPr txBox="1"/>
          <p:nvPr/>
        </p:nvSpPr>
        <p:spPr>
          <a:xfrm>
            <a:off x="2489474" y="2797532"/>
            <a:ext cx="2409739" cy="37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555 timer falling edge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52E5D-976E-518A-74D6-3D4C6DF5D328}"/>
              </a:ext>
            </a:extLst>
          </p:cNvPr>
          <p:cNvSpPr txBox="1"/>
          <p:nvPr/>
        </p:nvSpPr>
        <p:spPr>
          <a:xfrm>
            <a:off x="37311" y="3606289"/>
            <a:ext cx="2889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Hex inverter o/p rising edge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F94AB-5497-DA0C-E8D8-8A80F23EA5C3}"/>
              </a:ext>
            </a:extLst>
          </p:cNvPr>
          <p:cNvSpPr txBox="1"/>
          <p:nvPr/>
        </p:nvSpPr>
        <p:spPr>
          <a:xfrm>
            <a:off x="6354409" y="2786515"/>
            <a:ext cx="2409739" cy="37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555 timer rising edge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9ED33-74F5-F6BE-3E9B-475347E0B395}"/>
              </a:ext>
            </a:extLst>
          </p:cNvPr>
          <p:cNvSpPr txBox="1"/>
          <p:nvPr/>
        </p:nvSpPr>
        <p:spPr>
          <a:xfrm>
            <a:off x="8141954" y="3642032"/>
            <a:ext cx="2985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Hex inverter o/p falling edge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65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2448-EDA6-6C3A-76B1-945DF77E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1448"/>
          </a:xfrm>
        </p:spPr>
        <p:txBody>
          <a:bodyPr/>
          <a:lstStyle/>
          <a:p>
            <a:pPr algn="ctr"/>
            <a:r>
              <a:rPr lang="en-US" dirty="0"/>
              <a:t>Current Through LED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EAFA8-239B-1981-7EBE-F2D3D37FC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14" y="1429966"/>
            <a:ext cx="7486650" cy="50577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AC48CF-1A13-C4CF-283E-2B1FD416935A}"/>
              </a:ext>
            </a:extLst>
          </p:cNvPr>
          <p:cNvSpPr/>
          <p:nvPr/>
        </p:nvSpPr>
        <p:spPr>
          <a:xfrm>
            <a:off x="7026222" y="4951379"/>
            <a:ext cx="1350517" cy="35019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2B544-42EC-0E4D-990E-F298044A8BC0}"/>
              </a:ext>
            </a:extLst>
          </p:cNvPr>
          <p:cNvSpPr txBox="1"/>
          <p:nvPr/>
        </p:nvSpPr>
        <p:spPr>
          <a:xfrm>
            <a:off x="9084787" y="1644772"/>
            <a:ext cx="1317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= V/R</a:t>
            </a:r>
          </a:p>
          <a:p>
            <a:r>
              <a:rPr lang="en-US" dirty="0"/>
              <a:t>I = 1.81/47</a:t>
            </a:r>
          </a:p>
          <a:p>
            <a:r>
              <a:rPr lang="en-US" dirty="0"/>
              <a:t>I = 38.5mA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168258-2170-5B0C-7E6E-060CB6D6CB68}"/>
              </a:ext>
            </a:extLst>
          </p:cNvPr>
          <p:cNvSpPr txBox="1"/>
          <p:nvPr/>
        </p:nvSpPr>
        <p:spPr>
          <a:xfrm>
            <a:off x="8404864" y="3059668"/>
            <a:ext cx="3882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Rth</a:t>
            </a:r>
            <a:r>
              <a:rPr lang="en-US" dirty="0"/>
              <a:t> = 47 *(5.3 – (2 + 1.81))/ (2 +1.81)</a:t>
            </a:r>
          </a:p>
          <a:p>
            <a:r>
              <a:rPr lang="en-US" dirty="0" err="1"/>
              <a:t>Rth</a:t>
            </a:r>
            <a:r>
              <a:rPr lang="en-US" dirty="0"/>
              <a:t> = 18.3</a:t>
            </a:r>
            <a:r>
              <a:rPr lang="el-GR" dirty="0"/>
              <a:t>Ω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10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6016-E49A-2450-A298-84DB48B7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06" y="510795"/>
            <a:ext cx="9831387" cy="782265"/>
          </a:xfrm>
        </p:spPr>
        <p:txBody>
          <a:bodyPr/>
          <a:lstStyle/>
          <a:p>
            <a:pPr algn="ctr"/>
            <a:r>
              <a:rPr lang="en-US" dirty="0" err="1"/>
              <a:t>Decap</a:t>
            </a:r>
            <a:r>
              <a:rPr lang="en-US" dirty="0"/>
              <a:t> </a:t>
            </a:r>
            <a:r>
              <a:rPr lang="en-US" dirty="0" err="1"/>
              <a:t>closeby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54F38-5743-E862-BF29-4B1E242E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81" y="1400783"/>
            <a:ext cx="7467600" cy="5086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8EE6E0-9A97-D2D4-1EF1-446287C335E8}"/>
              </a:ext>
            </a:extLst>
          </p:cNvPr>
          <p:cNvSpPr txBox="1"/>
          <p:nvPr/>
        </p:nvSpPr>
        <p:spPr>
          <a:xfrm>
            <a:off x="6642689" y="2229384"/>
            <a:ext cx="127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Hex trigger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29B69-6BF4-B497-1450-8144249897B7}"/>
              </a:ext>
            </a:extLst>
          </p:cNvPr>
          <p:cNvSpPr txBox="1"/>
          <p:nvPr/>
        </p:nvSpPr>
        <p:spPr>
          <a:xfrm>
            <a:off x="6812760" y="4358258"/>
            <a:ext cx="152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 hi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74C8B-542F-2549-527C-9C2DD09C1D39}"/>
              </a:ext>
            </a:extLst>
          </p:cNvPr>
          <p:cNvSpPr txBox="1"/>
          <p:nvPr/>
        </p:nvSpPr>
        <p:spPr>
          <a:xfrm>
            <a:off x="6812760" y="5509855"/>
            <a:ext cx="223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 lo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10B36F-A7DC-E90C-2405-A47EE3728C8E}"/>
              </a:ext>
            </a:extLst>
          </p:cNvPr>
          <p:cNvSpPr/>
          <p:nvPr/>
        </p:nvSpPr>
        <p:spPr>
          <a:xfrm>
            <a:off x="8691662" y="3364903"/>
            <a:ext cx="1342419" cy="3911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5ABA27-97DA-C40A-240B-CBD30AEC9009}"/>
              </a:ext>
            </a:extLst>
          </p:cNvPr>
          <p:cNvSpPr/>
          <p:nvPr/>
        </p:nvSpPr>
        <p:spPr>
          <a:xfrm>
            <a:off x="8691662" y="2613895"/>
            <a:ext cx="1342419" cy="3598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3B770-360B-C1C8-932D-7D5894B6571F}"/>
              </a:ext>
            </a:extLst>
          </p:cNvPr>
          <p:cNvSpPr/>
          <p:nvPr/>
        </p:nvSpPr>
        <p:spPr>
          <a:xfrm>
            <a:off x="8691662" y="2980082"/>
            <a:ext cx="1342419" cy="3598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31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3B2B-0BAA-C138-DCB8-F581AE60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769D-60A9-6220-2B89-721CB896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06" y="510795"/>
            <a:ext cx="9831387" cy="782265"/>
          </a:xfrm>
        </p:spPr>
        <p:txBody>
          <a:bodyPr/>
          <a:lstStyle/>
          <a:p>
            <a:pPr algn="ctr"/>
            <a:r>
              <a:rPr lang="en-US" dirty="0"/>
              <a:t>2inches away: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265D0-FDB7-C225-0019-4A943F4E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31" y="1389736"/>
            <a:ext cx="7448550" cy="5086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7E798-DD24-2B2A-6AE4-FB6617767A7D}"/>
              </a:ext>
            </a:extLst>
          </p:cNvPr>
          <p:cNvSpPr txBox="1"/>
          <p:nvPr/>
        </p:nvSpPr>
        <p:spPr>
          <a:xfrm>
            <a:off x="6642689" y="2229384"/>
            <a:ext cx="127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Hex trigger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68FA5-804B-91E5-472D-9A9C5223CB9E}"/>
              </a:ext>
            </a:extLst>
          </p:cNvPr>
          <p:cNvSpPr txBox="1"/>
          <p:nvPr/>
        </p:nvSpPr>
        <p:spPr>
          <a:xfrm>
            <a:off x="6812760" y="4358258"/>
            <a:ext cx="152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 hi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AC59D-16E7-3597-77E8-61D8C214DFA4}"/>
              </a:ext>
            </a:extLst>
          </p:cNvPr>
          <p:cNvSpPr txBox="1"/>
          <p:nvPr/>
        </p:nvSpPr>
        <p:spPr>
          <a:xfrm>
            <a:off x="6812760" y="5509855"/>
            <a:ext cx="223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 lo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1FA52E-B154-BDD6-1D55-17F1844B9744}"/>
              </a:ext>
            </a:extLst>
          </p:cNvPr>
          <p:cNvSpPr/>
          <p:nvPr/>
        </p:nvSpPr>
        <p:spPr>
          <a:xfrm>
            <a:off x="8691662" y="2613895"/>
            <a:ext cx="1342419" cy="3598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9233B9-045B-2B79-B6B1-8C19E25F2F8C}"/>
              </a:ext>
            </a:extLst>
          </p:cNvPr>
          <p:cNvSpPr/>
          <p:nvPr/>
        </p:nvSpPr>
        <p:spPr>
          <a:xfrm>
            <a:off x="8691662" y="2980082"/>
            <a:ext cx="1342419" cy="3598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18E2ED-E870-ED5B-81C9-28D796E9A22F}"/>
              </a:ext>
            </a:extLst>
          </p:cNvPr>
          <p:cNvSpPr/>
          <p:nvPr/>
        </p:nvSpPr>
        <p:spPr>
          <a:xfrm>
            <a:off x="8691662" y="3364903"/>
            <a:ext cx="1342419" cy="3911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2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0720-8344-4CA7-1E12-8D72725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FF1C-951A-5144-8510-9BCD53CA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06" y="510795"/>
            <a:ext cx="9831387" cy="782265"/>
          </a:xfrm>
        </p:spPr>
        <p:txBody>
          <a:bodyPr/>
          <a:lstStyle/>
          <a:p>
            <a:pPr algn="ctr"/>
            <a:r>
              <a:rPr lang="en-US" dirty="0"/>
              <a:t>5inches away: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F967D-F280-8D21-D30C-EFB9D14CF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06" y="1423150"/>
            <a:ext cx="7496175" cy="5076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841412-C741-D315-53D6-DCA9561705DA}"/>
              </a:ext>
            </a:extLst>
          </p:cNvPr>
          <p:cNvSpPr txBox="1"/>
          <p:nvPr/>
        </p:nvSpPr>
        <p:spPr>
          <a:xfrm>
            <a:off x="6642689" y="2229384"/>
            <a:ext cx="127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Hex trigger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9F3CD-D018-D7DA-08CE-C5D3EB580D5B}"/>
              </a:ext>
            </a:extLst>
          </p:cNvPr>
          <p:cNvSpPr txBox="1"/>
          <p:nvPr/>
        </p:nvSpPr>
        <p:spPr>
          <a:xfrm>
            <a:off x="6812760" y="4358258"/>
            <a:ext cx="152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 hi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F92D0-7148-8C0D-8C2B-28BA45BAD487}"/>
              </a:ext>
            </a:extLst>
          </p:cNvPr>
          <p:cNvSpPr txBox="1"/>
          <p:nvPr/>
        </p:nvSpPr>
        <p:spPr>
          <a:xfrm>
            <a:off x="6812760" y="5509855"/>
            <a:ext cx="223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 lo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F13635-9DB4-B9DD-43E3-A7A4F9828B8A}"/>
              </a:ext>
            </a:extLst>
          </p:cNvPr>
          <p:cNvSpPr/>
          <p:nvPr/>
        </p:nvSpPr>
        <p:spPr>
          <a:xfrm>
            <a:off x="8691662" y="2613895"/>
            <a:ext cx="1342419" cy="3598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1B8F9A-508B-99AF-0341-E7D435569A08}"/>
              </a:ext>
            </a:extLst>
          </p:cNvPr>
          <p:cNvSpPr/>
          <p:nvPr/>
        </p:nvSpPr>
        <p:spPr>
          <a:xfrm>
            <a:off x="8691662" y="2980082"/>
            <a:ext cx="1342419" cy="3598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C3E713-855D-30B9-8AA5-6E9FF22EED86}"/>
              </a:ext>
            </a:extLst>
          </p:cNvPr>
          <p:cNvSpPr/>
          <p:nvPr/>
        </p:nvSpPr>
        <p:spPr>
          <a:xfrm>
            <a:off x="8691662" y="3364903"/>
            <a:ext cx="1342419" cy="3911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87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4A4F2-1BA6-B156-A8FF-5A8329F7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F7ED-36BD-1559-E270-4319BF0C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06" y="510795"/>
            <a:ext cx="9831387" cy="782265"/>
          </a:xfrm>
        </p:spPr>
        <p:txBody>
          <a:bodyPr/>
          <a:lstStyle/>
          <a:p>
            <a:pPr algn="ctr"/>
            <a:r>
              <a:rPr lang="en-US" dirty="0"/>
              <a:t>10 inches away: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0237E-061C-2D50-B855-E109DC18C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56" y="1399439"/>
            <a:ext cx="7477125" cy="504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FDC7D-2120-BE61-BF19-8EBDAEE36975}"/>
              </a:ext>
            </a:extLst>
          </p:cNvPr>
          <p:cNvSpPr txBox="1"/>
          <p:nvPr/>
        </p:nvSpPr>
        <p:spPr>
          <a:xfrm>
            <a:off x="6642689" y="2229384"/>
            <a:ext cx="127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Hex trigger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C0DFC-0429-1D0B-FF66-AAAD8D92D80D}"/>
              </a:ext>
            </a:extLst>
          </p:cNvPr>
          <p:cNvSpPr txBox="1"/>
          <p:nvPr/>
        </p:nvSpPr>
        <p:spPr>
          <a:xfrm>
            <a:off x="6812760" y="4358258"/>
            <a:ext cx="152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 hi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036D3-D485-2D3A-E399-EACBF3AA4348}"/>
              </a:ext>
            </a:extLst>
          </p:cNvPr>
          <p:cNvSpPr txBox="1"/>
          <p:nvPr/>
        </p:nvSpPr>
        <p:spPr>
          <a:xfrm>
            <a:off x="6812760" y="5509855"/>
            <a:ext cx="223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 lo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BCF10-BBBD-588C-DE89-0E5AEC24C16A}"/>
              </a:ext>
            </a:extLst>
          </p:cNvPr>
          <p:cNvSpPr/>
          <p:nvPr/>
        </p:nvSpPr>
        <p:spPr>
          <a:xfrm>
            <a:off x="8691662" y="2613895"/>
            <a:ext cx="1342419" cy="3598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6F38E6-E706-B1B1-45DC-118ED014B088}"/>
              </a:ext>
            </a:extLst>
          </p:cNvPr>
          <p:cNvSpPr/>
          <p:nvPr/>
        </p:nvSpPr>
        <p:spPr>
          <a:xfrm>
            <a:off x="8691662" y="2980082"/>
            <a:ext cx="1342419" cy="3598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149714-FC5B-A339-DD24-53904DD6728C}"/>
              </a:ext>
            </a:extLst>
          </p:cNvPr>
          <p:cNvSpPr/>
          <p:nvPr/>
        </p:nvSpPr>
        <p:spPr>
          <a:xfrm>
            <a:off x="8691662" y="3364903"/>
            <a:ext cx="1342419" cy="3911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31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1E40-5006-37D2-E949-E814648C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E7F7-C2CA-5263-6F8B-6E8609DC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06" y="510795"/>
            <a:ext cx="9831387" cy="782265"/>
          </a:xfrm>
        </p:spPr>
        <p:txBody>
          <a:bodyPr/>
          <a:lstStyle/>
          <a:p>
            <a:pPr algn="ctr"/>
            <a:r>
              <a:rPr lang="en-US" dirty="0"/>
              <a:t>No </a:t>
            </a:r>
            <a:r>
              <a:rPr lang="en-US" dirty="0" err="1"/>
              <a:t>Decap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2F22F-EC87-1E9F-2DEB-8273561A7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56" y="1373635"/>
            <a:ext cx="7477125" cy="5086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46E959-4FD9-09E3-BFE2-3907FE9B0F18}"/>
              </a:ext>
            </a:extLst>
          </p:cNvPr>
          <p:cNvSpPr txBox="1"/>
          <p:nvPr/>
        </p:nvSpPr>
        <p:spPr>
          <a:xfrm>
            <a:off x="6642689" y="2229384"/>
            <a:ext cx="127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Hex trigger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434E9-9844-1190-BB0A-5695A772F23F}"/>
              </a:ext>
            </a:extLst>
          </p:cNvPr>
          <p:cNvSpPr txBox="1"/>
          <p:nvPr/>
        </p:nvSpPr>
        <p:spPr>
          <a:xfrm>
            <a:off x="6812760" y="4358258"/>
            <a:ext cx="152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Q hi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DC41A-CD57-1F1F-861F-F2C48645DB7A}"/>
              </a:ext>
            </a:extLst>
          </p:cNvPr>
          <p:cNvSpPr txBox="1"/>
          <p:nvPr/>
        </p:nvSpPr>
        <p:spPr>
          <a:xfrm>
            <a:off x="6812760" y="5509855"/>
            <a:ext cx="223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Q lo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BF428-4AB7-F66C-FBEC-13AD2BCF6D68}"/>
              </a:ext>
            </a:extLst>
          </p:cNvPr>
          <p:cNvSpPr/>
          <p:nvPr/>
        </p:nvSpPr>
        <p:spPr>
          <a:xfrm>
            <a:off x="8691662" y="2613895"/>
            <a:ext cx="1342419" cy="35987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832EF0-30D6-166B-209A-66F3CF54940D}"/>
              </a:ext>
            </a:extLst>
          </p:cNvPr>
          <p:cNvSpPr/>
          <p:nvPr/>
        </p:nvSpPr>
        <p:spPr>
          <a:xfrm>
            <a:off x="8691662" y="2980082"/>
            <a:ext cx="1342419" cy="3598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67C58C-6E42-7155-41EF-F711FE9E4B5D}"/>
              </a:ext>
            </a:extLst>
          </p:cNvPr>
          <p:cNvSpPr/>
          <p:nvPr/>
        </p:nvSpPr>
        <p:spPr>
          <a:xfrm>
            <a:off x="8691662" y="3364903"/>
            <a:ext cx="1342419" cy="3911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3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DFC2-223D-DC1B-88CF-2AE9920C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35184"/>
          </a:xfrm>
        </p:spPr>
        <p:txBody>
          <a:bodyPr/>
          <a:lstStyle/>
          <a:p>
            <a:pPr algn="ctr"/>
            <a:r>
              <a:rPr lang="en-US" dirty="0"/>
              <a:t>Ferrite bead filter effect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2C321-74F1-5623-C600-A527498BB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844"/>
            <a:ext cx="4048509" cy="27659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33442A-36BF-7920-F4E8-20B1A5F41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510" y="1142844"/>
            <a:ext cx="4094984" cy="2785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C6B7DA-F96A-190E-7BC3-CBA53F448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494" y="1142844"/>
            <a:ext cx="4094985" cy="27872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0692E6-8A7A-32C7-7A08-7895A6F28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855" y="3908810"/>
            <a:ext cx="4262145" cy="2868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83801C-060E-5A41-03AF-7CC6F1B17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18643"/>
            <a:ext cx="4208278" cy="286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1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5A3F-3F58-6447-F0E7-9971AF019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8058"/>
          </a:xfrm>
        </p:spPr>
        <p:txBody>
          <a:bodyPr/>
          <a:lstStyle/>
          <a:p>
            <a:pPr algn="ctr"/>
            <a:r>
              <a:rPr lang="en-US" dirty="0"/>
              <a:t>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A694AC-9EC7-7B33-4D3C-0DD168104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90863"/>
              </p:ext>
            </p:extLst>
          </p:nvPr>
        </p:nvGraphicFramePr>
        <p:xfrm>
          <a:off x="1504689" y="1466524"/>
          <a:ext cx="9179446" cy="392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89">
                  <a:extLst>
                    <a:ext uri="{9D8B030D-6E8A-4147-A177-3AD203B41FA5}">
                      <a16:colId xmlns:a16="http://schemas.microsoft.com/office/drawing/2014/main" val="2330192207"/>
                    </a:ext>
                  </a:extLst>
                </a:gridCol>
                <a:gridCol w="1614792">
                  <a:extLst>
                    <a:ext uri="{9D8B030D-6E8A-4147-A177-3AD203B41FA5}">
                      <a16:colId xmlns:a16="http://schemas.microsoft.com/office/drawing/2014/main" val="3406215621"/>
                    </a:ext>
                  </a:extLst>
                </a:gridCol>
                <a:gridCol w="1070042">
                  <a:extLst>
                    <a:ext uri="{9D8B030D-6E8A-4147-A177-3AD203B41FA5}">
                      <a16:colId xmlns:a16="http://schemas.microsoft.com/office/drawing/2014/main" val="381295231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869211504"/>
                    </a:ext>
                  </a:extLst>
                </a:gridCol>
                <a:gridCol w="2211199">
                  <a:extLst>
                    <a:ext uri="{9D8B030D-6E8A-4147-A177-3AD203B41FA5}">
                      <a16:colId xmlns:a16="http://schemas.microsoft.com/office/drawing/2014/main" val="278734042"/>
                    </a:ext>
                  </a:extLst>
                </a:gridCol>
                <a:gridCol w="1763949">
                  <a:extLst>
                    <a:ext uri="{9D8B030D-6E8A-4147-A177-3AD203B41FA5}">
                      <a16:colId xmlns:a16="http://schemas.microsoft.com/office/drawing/2014/main" val="19067839"/>
                    </a:ext>
                  </a:extLst>
                </a:gridCol>
              </a:tblGrid>
              <a:tr h="6499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Decap</a:t>
                      </a:r>
                      <a:r>
                        <a:rPr lang="en-US" dirty="0"/>
                        <a:t> placement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Rise time(</a:t>
                      </a:r>
                      <a:r>
                        <a:rPr lang="en-US" dirty="0" err="1"/>
                        <a:t>nsec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hi(V)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lo(mV)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Power rail Noise before ferrite(mV)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Power rail Noise after ferrite(mV)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108601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1.78</a:t>
                      </a:r>
                      <a:endParaRPr lang="en-IN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1.2</a:t>
                      </a:r>
                      <a:endParaRPr lang="en-IN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196</a:t>
                      </a:r>
                      <a:endParaRPr lang="en-IN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89</a:t>
                      </a:r>
                      <a:endParaRPr lang="en-IN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557</a:t>
                      </a:r>
                      <a:endParaRPr lang="en-IN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493294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inch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404418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 inch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104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523168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 inch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82.22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31.38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38527"/>
                  </a:ext>
                </a:extLst>
              </a:tr>
              <a:tr h="6549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527</a:t>
                      </a:r>
                      <a:endParaRPr lang="en-IN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4.28</a:t>
                      </a:r>
                      <a:endParaRPr lang="en-IN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120</a:t>
                      </a:r>
                      <a:endParaRPr lang="en-IN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294</a:t>
                      </a:r>
                      <a:endParaRPr lang="en-IN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4.55V</a:t>
                      </a:r>
                      <a:endParaRPr lang="en-IN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782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30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D40C-4C03-FE28-B058-C3DDF8DF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65499F9-3637-5F47-E7E2-111E4B2AD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4264" y="3182087"/>
            <a:ext cx="4483179" cy="3541712"/>
          </a:xfr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6AF539F-EC06-C1EB-DF21-DA47CE656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616" y="0"/>
            <a:ext cx="4023393" cy="3178481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78F54D7-E40D-100F-5A5C-56C1DDE52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023394" cy="3178481"/>
          </a:xfrm>
          <a:prstGeom prst="rect">
            <a:avLst/>
          </a:prstGeom>
        </p:spPr>
      </p:pic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41B218D-455E-5B34-6090-D959A0F5F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94" y="-3607"/>
            <a:ext cx="4023393" cy="3178481"/>
          </a:xfrm>
          <a:prstGeom prst="rect">
            <a:avLst/>
          </a:prstGeom>
        </p:spPr>
      </p:pic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8EBDC0E-0086-3825-D605-9B2D4549A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116" y="3182088"/>
            <a:ext cx="4483179" cy="35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51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569</TotalTime>
  <Words>241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PRJ 110: PDN Rail collapse</vt:lpstr>
      <vt:lpstr>Characterize</vt:lpstr>
      <vt:lpstr>5V and 555 timer</vt:lpstr>
      <vt:lpstr>555 timer Rise &amp; fall time</vt:lpstr>
      <vt:lpstr>Q Hi noise</vt:lpstr>
      <vt:lpstr>Hex Inverter </vt:lpstr>
      <vt:lpstr>Current Through LED</vt:lpstr>
      <vt:lpstr>Decap closeby:</vt:lpstr>
      <vt:lpstr>2inches away:</vt:lpstr>
      <vt:lpstr>5inches away:</vt:lpstr>
      <vt:lpstr>10 inches away:</vt:lpstr>
      <vt:lpstr>No Decap:</vt:lpstr>
      <vt:lpstr>Ferrite bead filter effect</vt:lpstr>
      <vt:lpstr>Comparison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Jithendra HS</dc:creator>
  <cp:lastModifiedBy>Jithendra HS</cp:lastModifiedBy>
  <cp:revision>1</cp:revision>
  <dcterms:created xsi:type="dcterms:W3CDTF">2025-04-01T20:02:00Z</dcterms:created>
  <dcterms:modified xsi:type="dcterms:W3CDTF">2025-04-08T02:10:03Z</dcterms:modified>
</cp:coreProperties>
</file>